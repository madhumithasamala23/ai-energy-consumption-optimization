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32" r:id="rId4"/>
  </p:sldMasterIdLst>
  <p:notesMasterIdLst>
    <p:notesMasterId r:id="rId29"/>
  </p:notesMasterIdLst>
  <p:sldIdLst>
    <p:sldId id="259" r:id="rId5"/>
    <p:sldId id="261" r:id="rId6"/>
    <p:sldId id="262" r:id="rId7"/>
    <p:sldId id="263" r:id="rId8"/>
    <p:sldId id="264" r:id="rId9"/>
    <p:sldId id="265" r:id="rId10"/>
    <p:sldId id="266" r:id="rId11"/>
    <p:sldId id="267" r:id="rId12"/>
    <p:sldId id="268" r:id="rId13"/>
    <p:sldId id="278" r:id="rId14"/>
    <p:sldId id="279" r:id="rId15"/>
    <p:sldId id="280" r:id="rId16"/>
    <p:sldId id="281" r:id="rId17"/>
    <p:sldId id="282" r:id="rId18"/>
    <p:sldId id="283" r:id="rId19"/>
    <p:sldId id="284" r:id="rId20"/>
    <p:sldId id="285" r:id="rId21"/>
    <p:sldId id="269" r:id="rId22"/>
    <p:sldId id="270" r:id="rId23"/>
    <p:sldId id="271" r:id="rId24"/>
    <p:sldId id="272" r:id="rId25"/>
    <p:sldId id="273" r:id="rId26"/>
    <p:sldId id="274" r:id="rId27"/>
    <p:sldId id="275" r:id="rId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15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2AA8034-B12F-4A49-866C-F6FA54DAE459}" v="86" dt="2026-01-10T09:08:44.1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202" autoAdjust="0"/>
  </p:normalViewPr>
  <p:slideViewPr>
    <p:cSldViewPr snapToGrid="0">
      <p:cViewPr varScale="1">
        <p:scale>
          <a:sx n="59" d="100"/>
          <a:sy n="59" d="100"/>
        </p:scale>
        <p:origin x="964" y="48"/>
      </p:cViewPr>
      <p:guideLst/>
    </p:cSldViewPr>
  </p:slideViewPr>
  <p:outlineViewPr>
    <p:cViewPr>
      <p:scale>
        <a:sx n="33" d="100"/>
        <a:sy n="33" d="100"/>
      </p:scale>
      <p:origin x="0" y="-5880"/>
    </p:cViewPr>
  </p:outlin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presProps" Target="presProps.xml"/><Relationship Id="rId35" Type="http://schemas.microsoft.com/office/2015/10/relationships/revisionInfo" Target="revisionInfo.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dhumitha Samala" userId="31d0d080e496ab94" providerId="LiveId" clId="{BFE1F2AC-592E-4369-B918-8E737C2AAC1B}"/>
    <pc:docChg chg="undo custSel addSld delSld modSld sldOrd">
      <pc:chgData name="Madhumitha Samala" userId="31d0d080e496ab94" providerId="LiveId" clId="{BFE1F2AC-592E-4369-B918-8E737C2AAC1B}" dt="2026-01-10T09:08:59.303" v="574" actId="207"/>
      <pc:docMkLst>
        <pc:docMk/>
      </pc:docMkLst>
      <pc:sldChg chg="del">
        <pc:chgData name="Madhumitha Samala" userId="31d0d080e496ab94" providerId="LiveId" clId="{BFE1F2AC-592E-4369-B918-8E737C2AAC1B}" dt="2026-01-09T17:05:03.311" v="73" actId="47"/>
        <pc:sldMkLst>
          <pc:docMk/>
          <pc:sldMk cId="1349847217" sldId="257"/>
        </pc:sldMkLst>
      </pc:sldChg>
      <pc:sldChg chg="del">
        <pc:chgData name="Madhumitha Samala" userId="31d0d080e496ab94" providerId="LiveId" clId="{BFE1F2AC-592E-4369-B918-8E737C2AAC1B}" dt="2026-01-09T17:04:55.471" v="65" actId="47"/>
        <pc:sldMkLst>
          <pc:docMk/>
          <pc:sldMk cId="3966736930" sldId="258"/>
        </pc:sldMkLst>
      </pc:sldChg>
      <pc:sldChg chg="addSp modSp mod">
        <pc:chgData name="Madhumitha Samala" userId="31d0d080e496ab94" providerId="LiveId" clId="{BFE1F2AC-592E-4369-B918-8E737C2AAC1B}" dt="2026-01-09T17:01:32.954" v="20" actId="20577"/>
        <pc:sldMkLst>
          <pc:docMk/>
          <pc:sldMk cId="732293291" sldId="259"/>
        </pc:sldMkLst>
        <pc:spChg chg="mod">
          <ac:chgData name="Madhumitha Samala" userId="31d0d080e496ab94" providerId="LiveId" clId="{BFE1F2AC-592E-4369-B918-8E737C2AAC1B}" dt="2026-01-09T17:01:03.754" v="3" actId="255"/>
          <ac:spMkLst>
            <pc:docMk/>
            <pc:sldMk cId="732293291" sldId="259"/>
            <ac:spMk id="2" creationId="{C50DDE03-5881-4143-92C0-900FD2200E97}"/>
          </ac:spMkLst>
        </pc:spChg>
        <pc:spChg chg="add mod">
          <ac:chgData name="Madhumitha Samala" userId="31d0d080e496ab94" providerId="LiveId" clId="{BFE1F2AC-592E-4369-B918-8E737C2AAC1B}" dt="2026-01-09T17:01:32.954" v="20" actId="20577"/>
          <ac:spMkLst>
            <pc:docMk/>
            <pc:sldMk cId="732293291" sldId="259"/>
            <ac:spMk id="7" creationId="{60947808-0E9E-B472-D0BD-BC65F18A7FEC}"/>
          </ac:spMkLst>
        </pc:spChg>
      </pc:sldChg>
      <pc:sldChg chg="del">
        <pc:chgData name="Madhumitha Samala" userId="31d0d080e496ab94" providerId="LiveId" clId="{BFE1F2AC-592E-4369-B918-8E737C2AAC1B}" dt="2026-01-09T17:01:46.279" v="21" actId="47"/>
        <pc:sldMkLst>
          <pc:docMk/>
          <pc:sldMk cId="2205158642" sldId="260"/>
        </pc:sldMkLst>
      </pc:sldChg>
      <pc:sldChg chg="addSp delSp modSp mod">
        <pc:chgData name="Madhumitha Samala" userId="31d0d080e496ab94" providerId="LiveId" clId="{BFE1F2AC-592E-4369-B918-8E737C2AAC1B}" dt="2026-01-09T17:04:38.670" v="64" actId="123"/>
        <pc:sldMkLst>
          <pc:docMk/>
          <pc:sldMk cId="1703968215" sldId="261"/>
        </pc:sldMkLst>
        <pc:spChg chg="del">
          <ac:chgData name="Madhumitha Samala" userId="31d0d080e496ab94" providerId="LiveId" clId="{BFE1F2AC-592E-4369-B918-8E737C2AAC1B}" dt="2026-01-09T17:01:51.326" v="22" actId="478"/>
          <ac:spMkLst>
            <pc:docMk/>
            <pc:sldMk cId="1703968215" sldId="261"/>
            <ac:spMk id="2" creationId="{6B335B82-405E-4242-85B4-2B74C39FB6B2}"/>
          </ac:spMkLst>
        </pc:spChg>
        <pc:spChg chg="del">
          <ac:chgData name="Madhumitha Samala" userId="31d0d080e496ab94" providerId="LiveId" clId="{BFE1F2AC-592E-4369-B918-8E737C2AAC1B}" dt="2026-01-09T17:01:55.012" v="23" actId="478"/>
          <ac:spMkLst>
            <pc:docMk/>
            <pc:sldMk cId="1703968215" sldId="261"/>
            <ac:spMk id="3" creationId="{447708B8-0261-4F63-A150-F20B76787537}"/>
          </ac:spMkLst>
        </pc:spChg>
        <pc:spChg chg="del">
          <ac:chgData name="Madhumitha Samala" userId="31d0d080e496ab94" providerId="LiveId" clId="{BFE1F2AC-592E-4369-B918-8E737C2AAC1B}" dt="2026-01-09T17:01:58.386" v="24" actId="478"/>
          <ac:spMkLst>
            <pc:docMk/>
            <pc:sldMk cId="1703968215" sldId="261"/>
            <ac:spMk id="4" creationId="{2EA21BC8-8853-41B4-91F9-DD94F7939B6F}"/>
          </ac:spMkLst>
        </pc:spChg>
        <pc:spChg chg="add del mod">
          <ac:chgData name="Madhumitha Samala" userId="31d0d080e496ab94" providerId="LiveId" clId="{BFE1F2AC-592E-4369-B918-8E737C2AAC1B}" dt="2026-01-09T17:02:09.298" v="26" actId="478"/>
          <ac:spMkLst>
            <pc:docMk/>
            <pc:sldMk cId="1703968215" sldId="261"/>
            <ac:spMk id="6" creationId="{3C06C871-D811-B5A8-5798-71C13840C8A6}"/>
          </ac:spMkLst>
        </pc:spChg>
        <pc:spChg chg="add mod">
          <ac:chgData name="Madhumitha Samala" userId="31d0d080e496ab94" providerId="LiveId" clId="{BFE1F2AC-592E-4369-B918-8E737C2AAC1B}" dt="2026-01-09T17:04:31.935" v="63" actId="1076"/>
          <ac:spMkLst>
            <pc:docMk/>
            <pc:sldMk cId="1703968215" sldId="261"/>
            <ac:spMk id="7" creationId="{1CBCB70D-60C3-9211-60AC-8B24DC09ADBB}"/>
          </ac:spMkLst>
        </pc:spChg>
        <pc:spChg chg="del mod">
          <ac:chgData name="Madhumitha Samala" userId="31d0d080e496ab94" providerId="LiveId" clId="{BFE1F2AC-592E-4369-B918-8E737C2AAC1B}" dt="2026-01-09T17:03:54.303" v="56" actId="478"/>
          <ac:spMkLst>
            <pc:docMk/>
            <pc:sldMk cId="1703968215" sldId="261"/>
            <ac:spMk id="8" creationId="{C71F5DD0-1F4C-45C4-8BEC-33AB4B47BF98}"/>
          </ac:spMkLst>
        </pc:spChg>
        <pc:spChg chg="mod">
          <ac:chgData name="Madhumitha Samala" userId="31d0d080e496ab94" providerId="LiveId" clId="{BFE1F2AC-592E-4369-B918-8E737C2AAC1B}" dt="2026-01-09T17:04:38.670" v="64" actId="123"/>
          <ac:spMkLst>
            <pc:docMk/>
            <pc:sldMk cId="1703968215" sldId="261"/>
            <ac:spMk id="9" creationId="{CECA5D41-8779-43E7-AC6F-3AFF246240B3}"/>
          </ac:spMkLst>
        </pc:spChg>
        <pc:picChg chg="del">
          <ac:chgData name="Madhumitha Samala" userId="31d0d080e496ab94" providerId="LiveId" clId="{BFE1F2AC-592E-4369-B918-8E737C2AAC1B}" dt="2026-01-09T17:02:07.781" v="25" actId="478"/>
          <ac:picMkLst>
            <pc:docMk/>
            <pc:sldMk cId="1703968215" sldId="261"/>
            <ac:picMk id="12" creationId="{985884F0-C48A-45A9-A8BE-181304834F97}"/>
          </ac:picMkLst>
        </pc:picChg>
      </pc:sldChg>
      <pc:sldChg chg="modSp add mod">
        <pc:chgData name="Madhumitha Samala" userId="31d0d080e496ab94" providerId="LiveId" clId="{BFE1F2AC-592E-4369-B918-8E737C2AAC1B}" dt="2026-01-09T17:05:33.818" v="79" actId="27636"/>
        <pc:sldMkLst>
          <pc:docMk/>
          <pc:sldMk cId="1661601837" sldId="262"/>
        </pc:sldMkLst>
        <pc:spChg chg="mod">
          <ac:chgData name="Madhumitha Samala" userId="31d0d080e496ab94" providerId="LiveId" clId="{BFE1F2AC-592E-4369-B918-8E737C2AAC1B}" dt="2026-01-09T17:05:23.107" v="77" actId="2711"/>
          <ac:spMkLst>
            <pc:docMk/>
            <pc:sldMk cId="1661601837" sldId="262"/>
            <ac:spMk id="7" creationId="{6B7732E5-D1FE-898A-94A3-B79AA73BA2CA}"/>
          </ac:spMkLst>
        </pc:spChg>
        <pc:spChg chg="mod">
          <ac:chgData name="Madhumitha Samala" userId="31d0d080e496ab94" providerId="LiveId" clId="{BFE1F2AC-592E-4369-B918-8E737C2AAC1B}" dt="2026-01-09T17:05:33.818" v="79" actId="27636"/>
          <ac:spMkLst>
            <pc:docMk/>
            <pc:sldMk cId="1661601837" sldId="262"/>
            <ac:spMk id="9" creationId="{B30A6BAC-4578-13AD-707E-F05E1217DA8A}"/>
          </ac:spMkLst>
        </pc:spChg>
      </pc:sldChg>
      <pc:sldChg chg="del">
        <pc:chgData name="Madhumitha Samala" userId="31d0d080e496ab94" providerId="LiveId" clId="{BFE1F2AC-592E-4369-B918-8E737C2AAC1B}" dt="2026-01-09T17:04:56.246" v="66" actId="47"/>
        <pc:sldMkLst>
          <pc:docMk/>
          <pc:sldMk cId="3270563500" sldId="262"/>
        </pc:sldMkLst>
      </pc:sldChg>
      <pc:sldChg chg="modSp add mod">
        <pc:chgData name="Madhumitha Samala" userId="31d0d080e496ab94" providerId="LiveId" clId="{BFE1F2AC-592E-4369-B918-8E737C2AAC1B}" dt="2026-01-09T17:06:54.771" v="113" actId="20577"/>
        <pc:sldMkLst>
          <pc:docMk/>
          <pc:sldMk cId="1719615617" sldId="263"/>
        </pc:sldMkLst>
        <pc:spChg chg="mod">
          <ac:chgData name="Madhumitha Samala" userId="31d0d080e496ab94" providerId="LiveId" clId="{BFE1F2AC-592E-4369-B918-8E737C2AAC1B}" dt="2026-01-09T17:06:05.540" v="100" actId="2711"/>
          <ac:spMkLst>
            <pc:docMk/>
            <pc:sldMk cId="1719615617" sldId="263"/>
            <ac:spMk id="7" creationId="{12852FC8-B5E7-4EF4-B8B6-E256FFD352D1}"/>
          </ac:spMkLst>
        </pc:spChg>
        <pc:spChg chg="mod">
          <ac:chgData name="Madhumitha Samala" userId="31d0d080e496ab94" providerId="LiveId" clId="{BFE1F2AC-592E-4369-B918-8E737C2AAC1B}" dt="2026-01-09T17:06:54.771" v="113" actId="20577"/>
          <ac:spMkLst>
            <pc:docMk/>
            <pc:sldMk cId="1719615617" sldId="263"/>
            <ac:spMk id="9" creationId="{336787EA-F672-BC63-8C39-C1837BE06BDE}"/>
          </ac:spMkLst>
        </pc:spChg>
      </pc:sldChg>
      <pc:sldChg chg="del">
        <pc:chgData name="Madhumitha Samala" userId="31d0d080e496ab94" providerId="LiveId" clId="{BFE1F2AC-592E-4369-B918-8E737C2AAC1B}" dt="2026-01-09T17:05:01.191" v="71" actId="47"/>
        <pc:sldMkLst>
          <pc:docMk/>
          <pc:sldMk cId="800610160" sldId="264"/>
        </pc:sldMkLst>
      </pc:sldChg>
      <pc:sldChg chg="modSp add mod">
        <pc:chgData name="Madhumitha Samala" userId="31d0d080e496ab94" providerId="LiveId" clId="{BFE1F2AC-592E-4369-B918-8E737C2AAC1B}" dt="2026-01-09T17:08:29.150" v="138" actId="113"/>
        <pc:sldMkLst>
          <pc:docMk/>
          <pc:sldMk cId="1523092275" sldId="264"/>
        </pc:sldMkLst>
        <pc:spChg chg="mod">
          <ac:chgData name="Madhumitha Samala" userId="31d0d080e496ab94" providerId="LiveId" clId="{BFE1F2AC-592E-4369-B918-8E737C2AAC1B}" dt="2026-01-09T17:07:18.805" v="116" actId="2711"/>
          <ac:spMkLst>
            <pc:docMk/>
            <pc:sldMk cId="1523092275" sldId="264"/>
            <ac:spMk id="7" creationId="{29D5CE2F-0631-92E8-3522-46A49F5BB8DA}"/>
          </ac:spMkLst>
        </pc:spChg>
        <pc:spChg chg="mod">
          <ac:chgData name="Madhumitha Samala" userId="31d0d080e496ab94" providerId="LiveId" clId="{BFE1F2AC-592E-4369-B918-8E737C2AAC1B}" dt="2026-01-09T17:08:29.150" v="138" actId="113"/>
          <ac:spMkLst>
            <pc:docMk/>
            <pc:sldMk cId="1523092275" sldId="264"/>
            <ac:spMk id="9" creationId="{F253E741-33C1-6457-FADD-0E19EDF95BB3}"/>
          </ac:spMkLst>
        </pc:spChg>
      </pc:sldChg>
      <pc:sldChg chg="modSp add mod">
        <pc:chgData name="Madhumitha Samala" userId="31d0d080e496ab94" providerId="LiveId" clId="{BFE1F2AC-592E-4369-B918-8E737C2AAC1B}" dt="2026-01-09T17:10:36.977" v="201" actId="113"/>
        <pc:sldMkLst>
          <pc:docMk/>
          <pc:sldMk cId="3144295157" sldId="265"/>
        </pc:sldMkLst>
        <pc:spChg chg="mod">
          <ac:chgData name="Madhumitha Samala" userId="31d0d080e496ab94" providerId="LiveId" clId="{BFE1F2AC-592E-4369-B918-8E737C2AAC1B}" dt="2026-01-09T17:09:19.568" v="143" actId="2711"/>
          <ac:spMkLst>
            <pc:docMk/>
            <pc:sldMk cId="3144295157" sldId="265"/>
            <ac:spMk id="7" creationId="{F16EAAB1-2DD2-DDCB-F015-4ECB3F3994A4}"/>
          </ac:spMkLst>
        </pc:spChg>
        <pc:spChg chg="mod">
          <ac:chgData name="Madhumitha Samala" userId="31d0d080e496ab94" providerId="LiveId" clId="{BFE1F2AC-592E-4369-B918-8E737C2AAC1B}" dt="2026-01-09T17:10:36.977" v="201" actId="113"/>
          <ac:spMkLst>
            <pc:docMk/>
            <pc:sldMk cId="3144295157" sldId="265"/>
            <ac:spMk id="9" creationId="{6770412B-04D5-BCF1-84B7-081E464CBBA7}"/>
          </ac:spMkLst>
        </pc:spChg>
      </pc:sldChg>
      <pc:sldChg chg="del">
        <pc:chgData name="Madhumitha Samala" userId="31d0d080e496ab94" providerId="LiveId" clId="{BFE1F2AC-592E-4369-B918-8E737C2AAC1B}" dt="2026-01-09T17:05:01.761" v="72" actId="47"/>
        <pc:sldMkLst>
          <pc:docMk/>
          <pc:sldMk cId="3184922546" sldId="265"/>
        </pc:sldMkLst>
      </pc:sldChg>
      <pc:sldChg chg="modSp add mod">
        <pc:chgData name="Madhumitha Samala" userId="31d0d080e496ab94" providerId="LiveId" clId="{BFE1F2AC-592E-4369-B918-8E737C2AAC1B}" dt="2026-01-09T17:12:50.381" v="225" actId="14100"/>
        <pc:sldMkLst>
          <pc:docMk/>
          <pc:sldMk cId="113708573" sldId="266"/>
        </pc:sldMkLst>
        <pc:spChg chg="mod">
          <ac:chgData name="Madhumitha Samala" userId="31d0d080e496ab94" providerId="LiveId" clId="{BFE1F2AC-592E-4369-B918-8E737C2AAC1B}" dt="2026-01-09T17:11:19.454" v="206" actId="2711"/>
          <ac:spMkLst>
            <pc:docMk/>
            <pc:sldMk cId="113708573" sldId="266"/>
            <ac:spMk id="7" creationId="{733E36EC-4CE0-6324-4FF7-5D58C7C88003}"/>
          </ac:spMkLst>
        </pc:spChg>
        <pc:spChg chg="mod">
          <ac:chgData name="Madhumitha Samala" userId="31d0d080e496ab94" providerId="LiveId" clId="{BFE1F2AC-592E-4369-B918-8E737C2AAC1B}" dt="2026-01-09T17:12:50.381" v="225" actId="14100"/>
          <ac:spMkLst>
            <pc:docMk/>
            <pc:sldMk cId="113708573" sldId="266"/>
            <ac:spMk id="9" creationId="{DCB36EBB-EB13-65B2-3D1B-D62557682B83}"/>
          </ac:spMkLst>
        </pc:spChg>
      </pc:sldChg>
      <pc:sldChg chg="del">
        <pc:chgData name="Madhumitha Samala" userId="31d0d080e496ab94" providerId="LiveId" clId="{BFE1F2AC-592E-4369-B918-8E737C2AAC1B}" dt="2026-01-09T17:04:56.930" v="67" actId="47"/>
        <pc:sldMkLst>
          <pc:docMk/>
          <pc:sldMk cId="3535429789" sldId="266"/>
        </pc:sldMkLst>
      </pc:sldChg>
      <pc:sldChg chg="del">
        <pc:chgData name="Madhumitha Samala" userId="31d0d080e496ab94" providerId="LiveId" clId="{BFE1F2AC-592E-4369-B918-8E737C2AAC1B}" dt="2026-01-09T17:05:04.143" v="74" actId="47"/>
        <pc:sldMkLst>
          <pc:docMk/>
          <pc:sldMk cId="1134536130" sldId="267"/>
        </pc:sldMkLst>
      </pc:sldChg>
      <pc:sldChg chg="addSp delSp modSp add mod ord">
        <pc:chgData name="Madhumitha Samala" userId="31d0d080e496ab94" providerId="LiveId" clId="{BFE1F2AC-592E-4369-B918-8E737C2AAC1B}" dt="2026-01-09T17:29:20.444" v="426" actId="1076"/>
        <pc:sldMkLst>
          <pc:docMk/>
          <pc:sldMk cId="3859530512" sldId="267"/>
        </pc:sldMkLst>
        <pc:spChg chg="mod">
          <ac:chgData name="Madhumitha Samala" userId="31d0d080e496ab94" providerId="LiveId" clId="{BFE1F2AC-592E-4369-B918-8E737C2AAC1B}" dt="2026-01-09T17:13:57.309" v="257" actId="2711"/>
          <ac:spMkLst>
            <pc:docMk/>
            <pc:sldMk cId="3859530512" sldId="267"/>
            <ac:spMk id="7" creationId="{6ABCBD2C-492F-AD6C-1CB2-468DB6956522}"/>
          </ac:spMkLst>
        </pc:spChg>
        <pc:spChg chg="mod">
          <ac:chgData name="Madhumitha Samala" userId="31d0d080e496ab94" providerId="LiveId" clId="{BFE1F2AC-592E-4369-B918-8E737C2AAC1B}" dt="2026-01-09T17:15:37.643" v="288" actId="123"/>
          <ac:spMkLst>
            <pc:docMk/>
            <pc:sldMk cId="3859530512" sldId="267"/>
            <ac:spMk id="9" creationId="{E730DC3A-C740-DCD5-DE45-2BFA3F574045}"/>
          </ac:spMkLst>
        </pc:spChg>
        <pc:picChg chg="add del mod">
          <ac:chgData name="Madhumitha Samala" userId="31d0d080e496ab94" providerId="LiveId" clId="{BFE1F2AC-592E-4369-B918-8E737C2AAC1B}" dt="2026-01-09T17:27:34.352" v="414" actId="478"/>
          <ac:picMkLst>
            <pc:docMk/>
            <pc:sldMk cId="3859530512" sldId="267"/>
            <ac:picMk id="3" creationId="{86775B3F-0D6D-CCD7-BBBD-7EB848AD7799}"/>
          </ac:picMkLst>
        </pc:picChg>
        <pc:picChg chg="add del mod">
          <ac:chgData name="Madhumitha Samala" userId="31d0d080e496ab94" providerId="LiveId" clId="{BFE1F2AC-592E-4369-B918-8E737C2AAC1B}" dt="2026-01-09T17:28:37.292" v="422" actId="478"/>
          <ac:picMkLst>
            <pc:docMk/>
            <pc:sldMk cId="3859530512" sldId="267"/>
            <ac:picMk id="5" creationId="{AA58FD99-954F-AADB-EFAF-AD94BE906EF2}"/>
          </ac:picMkLst>
        </pc:picChg>
        <pc:picChg chg="add mod">
          <ac:chgData name="Madhumitha Samala" userId="31d0d080e496ab94" providerId="LiveId" clId="{BFE1F2AC-592E-4369-B918-8E737C2AAC1B}" dt="2026-01-09T17:29:20.444" v="426" actId="1076"/>
          <ac:picMkLst>
            <pc:docMk/>
            <pc:sldMk cId="3859530512" sldId="267"/>
            <ac:picMk id="8" creationId="{2EE99960-E3F2-C130-5FFD-D807E56690D8}"/>
          </ac:picMkLst>
        </pc:picChg>
      </pc:sldChg>
      <pc:sldChg chg="add del">
        <pc:chgData name="Madhumitha Samala" userId="31d0d080e496ab94" providerId="LiveId" clId="{BFE1F2AC-592E-4369-B918-8E737C2AAC1B}" dt="2026-01-09T17:17:17.203" v="294" actId="47"/>
        <pc:sldMkLst>
          <pc:docMk/>
          <pc:sldMk cId="104888239" sldId="268"/>
        </pc:sldMkLst>
      </pc:sldChg>
      <pc:sldChg chg="modSp add mod ord">
        <pc:chgData name="Madhumitha Samala" userId="31d0d080e496ab94" providerId="LiveId" clId="{BFE1F2AC-592E-4369-B918-8E737C2AAC1B}" dt="2026-01-09T17:18:29.566" v="311"/>
        <pc:sldMkLst>
          <pc:docMk/>
          <pc:sldMk cId="777426893" sldId="268"/>
        </pc:sldMkLst>
        <pc:spChg chg="mod">
          <ac:chgData name="Madhumitha Samala" userId="31d0d080e496ab94" providerId="LiveId" clId="{BFE1F2AC-592E-4369-B918-8E737C2AAC1B}" dt="2026-01-09T17:17:42.290" v="301" actId="2711"/>
          <ac:spMkLst>
            <pc:docMk/>
            <pc:sldMk cId="777426893" sldId="268"/>
            <ac:spMk id="7" creationId="{042A4075-685E-A021-3BCC-EA06388CA8C5}"/>
          </ac:spMkLst>
        </pc:spChg>
        <pc:spChg chg="mod">
          <ac:chgData name="Madhumitha Samala" userId="31d0d080e496ab94" providerId="LiveId" clId="{BFE1F2AC-592E-4369-B918-8E737C2AAC1B}" dt="2026-01-09T17:18:29.566" v="311"/>
          <ac:spMkLst>
            <pc:docMk/>
            <pc:sldMk cId="777426893" sldId="268"/>
            <ac:spMk id="9" creationId="{D3FD8B6A-68FE-9BEC-C0BC-6262FD0FB6AD}"/>
          </ac:spMkLst>
        </pc:spChg>
      </pc:sldChg>
      <pc:sldChg chg="del">
        <pc:chgData name="Madhumitha Samala" userId="31d0d080e496ab94" providerId="LiveId" clId="{BFE1F2AC-592E-4369-B918-8E737C2AAC1B}" dt="2026-01-09T17:04:58.534" v="68" actId="47"/>
        <pc:sldMkLst>
          <pc:docMk/>
          <pc:sldMk cId="2066763078" sldId="268"/>
        </pc:sldMkLst>
      </pc:sldChg>
      <pc:sldChg chg="addSp modSp add mod">
        <pc:chgData name="Madhumitha Samala" userId="31d0d080e496ab94" providerId="LiveId" clId="{BFE1F2AC-592E-4369-B918-8E737C2AAC1B}" dt="2026-01-09T17:20:20.011" v="333" actId="27636"/>
        <pc:sldMkLst>
          <pc:docMk/>
          <pc:sldMk cId="1796836632" sldId="269"/>
        </pc:sldMkLst>
        <pc:spChg chg="add">
          <ac:chgData name="Madhumitha Samala" userId="31d0d080e496ab94" providerId="LiveId" clId="{BFE1F2AC-592E-4369-B918-8E737C2AAC1B}" dt="2026-01-09T17:19:39.167" v="326"/>
          <ac:spMkLst>
            <pc:docMk/>
            <pc:sldMk cId="1796836632" sldId="269"/>
            <ac:spMk id="2" creationId="{018754AA-EE6B-745B-B7F5-A614BE6A670D}"/>
          </ac:spMkLst>
        </pc:spChg>
        <pc:spChg chg="mod">
          <ac:chgData name="Madhumitha Samala" userId="31d0d080e496ab94" providerId="LiveId" clId="{BFE1F2AC-592E-4369-B918-8E737C2AAC1B}" dt="2026-01-09T17:19:05.442" v="318" actId="2711"/>
          <ac:spMkLst>
            <pc:docMk/>
            <pc:sldMk cId="1796836632" sldId="269"/>
            <ac:spMk id="7" creationId="{E1F21163-C217-B7C6-BE30-839881DF1F9D}"/>
          </ac:spMkLst>
        </pc:spChg>
        <pc:spChg chg="mod">
          <ac:chgData name="Madhumitha Samala" userId="31d0d080e496ab94" providerId="LiveId" clId="{BFE1F2AC-592E-4369-B918-8E737C2AAC1B}" dt="2026-01-09T17:20:20.011" v="333" actId="27636"/>
          <ac:spMkLst>
            <pc:docMk/>
            <pc:sldMk cId="1796836632" sldId="269"/>
            <ac:spMk id="9" creationId="{D549FCB4-776E-7192-B22A-5972B0DE1D3A}"/>
          </ac:spMkLst>
        </pc:spChg>
      </pc:sldChg>
      <pc:sldChg chg="modSp add mod">
        <pc:chgData name="Madhumitha Samala" userId="31d0d080e496ab94" providerId="LiveId" clId="{BFE1F2AC-592E-4369-B918-8E737C2AAC1B}" dt="2026-01-09T17:21:23.230" v="347"/>
        <pc:sldMkLst>
          <pc:docMk/>
          <pc:sldMk cId="1123809257" sldId="270"/>
        </pc:sldMkLst>
        <pc:spChg chg="mod">
          <ac:chgData name="Madhumitha Samala" userId="31d0d080e496ab94" providerId="LiveId" clId="{BFE1F2AC-592E-4369-B918-8E737C2AAC1B}" dt="2026-01-09T17:20:46.161" v="336" actId="2711"/>
          <ac:spMkLst>
            <pc:docMk/>
            <pc:sldMk cId="1123809257" sldId="270"/>
            <ac:spMk id="7" creationId="{92E9C4D1-3DC1-5769-9DB0-8CD5EE9DDA5F}"/>
          </ac:spMkLst>
        </pc:spChg>
        <pc:spChg chg="mod">
          <ac:chgData name="Madhumitha Samala" userId="31d0d080e496ab94" providerId="LiveId" clId="{BFE1F2AC-592E-4369-B918-8E737C2AAC1B}" dt="2026-01-09T17:21:23.230" v="347"/>
          <ac:spMkLst>
            <pc:docMk/>
            <pc:sldMk cId="1123809257" sldId="270"/>
            <ac:spMk id="9" creationId="{654FCF26-E859-E468-F183-DA8607F17C15}"/>
          </ac:spMkLst>
        </pc:spChg>
      </pc:sldChg>
      <pc:sldChg chg="del">
        <pc:chgData name="Madhumitha Samala" userId="31d0d080e496ab94" providerId="LiveId" clId="{BFE1F2AC-592E-4369-B918-8E737C2AAC1B}" dt="2026-01-09T17:05:00.154" v="70" actId="47"/>
        <pc:sldMkLst>
          <pc:docMk/>
          <pc:sldMk cId="181743724" sldId="271"/>
        </pc:sldMkLst>
      </pc:sldChg>
      <pc:sldChg chg="modSp add mod">
        <pc:chgData name="Madhumitha Samala" userId="31d0d080e496ab94" providerId="LiveId" clId="{BFE1F2AC-592E-4369-B918-8E737C2AAC1B}" dt="2026-01-09T17:22:39.583" v="361"/>
        <pc:sldMkLst>
          <pc:docMk/>
          <pc:sldMk cId="1097294788" sldId="271"/>
        </pc:sldMkLst>
        <pc:spChg chg="mod">
          <ac:chgData name="Madhumitha Samala" userId="31d0d080e496ab94" providerId="LiveId" clId="{BFE1F2AC-592E-4369-B918-8E737C2AAC1B}" dt="2026-01-09T17:21:59.744" v="350" actId="2711"/>
          <ac:spMkLst>
            <pc:docMk/>
            <pc:sldMk cId="1097294788" sldId="271"/>
            <ac:spMk id="7" creationId="{0D42690D-52B5-8873-9BA2-05D555B696CE}"/>
          </ac:spMkLst>
        </pc:spChg>
        <pc:spChg chg="mod">
          <ac:chgData name="Madhumitha Samala" userId="31d0d080e496ab94" providerId="LiveId" clId="{BFE1F2AC-592E-4369-B918-8E737C2AAC1B}" dt="2026-01-09T17:22:39.583" v="361"/>
          <ac:spMkLst>
            <pc:docMk/>
            <pc:sldMk cId="1097294788" sldId="271"/>
            <ac:spMk id="9" creationId="{6774C37C-2247-0CD2-C724-933CA9BC8C80}"/>
          </ac:spMkLst>
        </pc:spChg>
      </pc:sldChg>
      <pc:sldChg chg="modSp add mod">
        <pc:chgData name="Madhumitha Samala" userId="31d0d080e496ab94" providerId="LiveId" clId="{BFE1F2AC-592E-4369-B918-8E737C2AAC1B}" dt="2026-01-09T17:23:35.659" v="373" actId="5793"/>
        <pc:sldMkLst>
          <pc:docMk/>
          <pc:sldMk cId="20536674" sldId="272"/>
        </pc:sldMkLst>
        <pc:spChg chg="mod">
          <ac:chgData name="Madhumitha Samala" userId="31d0d080e496ab94" providerId="LiveId" clId="{BFE1F2AC-592E-4369-B918-8E737C2AAC1B}" dt="2026-01-09T17:23:02.776" v="364" actId="2711"/>
          <ac:spMkLst>
            <pc:docMk/>
            <pc:sldMk cId="20536674" sldId="272"/>
            <ac:spMk id="7" creationId="{D7A5F7CA-AC81-712C-9DBD-624EC0596AB1}"/>
          </ac:spMkLst>
        </pc:spChg>
        <pc:spChg chg="mod">
          <ac:chgData name="Madhumitha Samala" userId="31d0d080e496ab94" providerId="LiveId" clId="{BFE1F2AC-592E-4369-B918-8E737C2AAC1B}" dt="2026-01-09T17:23:35.659" v="373" actId="5793"/>
          <ac:spMkLst>
            <pc:docMk/>
            <pc:sldMk cId="20536674" sldId="272"/>
            <ac:spMk id="9" creationId="{5261025E-3F31-4997-E39F-21DBEE0F05A0}"/>
          </ac:spMkLst>
        </pc:spChg>
      </pc:sldChg>
      <pc:sldChg chg="del">
        <pc:chgData name="Madhumitha Samala" userId="31d0d080e496ab94" providerId="LiveId" clId="{BFE1F2AC-592E-4369-B918-8E737C2AAC1B}" dt="2026-01-09T17:04:59.166" v="69" actId="47"/>
        <pc:sldMkLst>
          <pc:docMk/>
          <pc:sldMk cId="398137474" sldId="272"/>
        </pc:sldMkLst>
      </pc:sldChg>
      <pc:sldChg chg="new del">
        <pc:chgData name="Madhumitha Samala" userId="31d0d080e496ab94" providerId="LiveId" clId="{BFE1F2AC-592E-4369-B918-8E737C2AAC1B}" dt="2026-01-09T17:24:00.015" v="377" actId="680"/>
        <pc:sldMkLst>
          <pc:docMk/>
          <pc:sldMk cId="742352511" sldId="273"/>
        </pc:sldMkLst>
      </pc:sldChg>
      <pc:sldChg chg="modSp add mod ord">
        <pc:chgData name="Madhumitha Samala" userId="31d0d080e496ab94" providerId="LiveId" clId="{BFE1F2AC-592E-4369-B918-8E737C2AAC1B}" dt="2026-01-09T17:24:57.280" v="392"/>
        <pc:sldMkLst>
          <pc:docMk/>
          <pc:sldMk cId="2177804039" sldId="273"/>
        </pc:sldMkLst>
        <pc:spChg chg="mod">
          <ac:chgData name="Madhumitha Samala" userId="31d0d080e496ab94" providerId="LiveId" clId="{BFE1F2AC-592E-4369-B918-8E737C2AAC1B}" dt="2026-01-09T17:24:16.646" v="382" actId="2711"/>
          <ac:spMkLst>
            <pc:docMk/>
            <pc:sldMk cId="2177804039" sldId="273"/>
            <ac:spMk id="7" creationId="{41C541F3-BC59-F392-C2DE-D0338E4F3544}"/>
          </ac:spMkLst>
        </pc:spChg>
        <pc:spChg chg="mod">
          <ac:chgData name="Madhumitha Samala" userId="31d0d080e496ab94" providerId="LiveId" clId="{BFE1F2AC-592E-4369-B918-8E737C2AAC1B}" dt="2026-01-09T17:24:57.280" v="392"/>
          <ac:spMkLst>
            <pc:docMk/>
            <pc:sldMk cId="2177804039" sldId="273"/>
            <ac:spMk id="9" creationId="{9E761753-492D-63A9-164C-877C127EBAE4}"/>
          </ac:spMkLst>
        </pc:spChg>
      </pc:sldChg>
      <pc:sldChg chg="add del">
        <pc:chgData name="Madhumitha Samala" userId="31d0d080e496ab94" providerId="LiveId" clId="{BFE1F2AC-592E-4369-B918-8E737C2AAC1B}" dt="2026-01-09T17:23:53.714" v="375" actId="47"/>
        <pc:sldMkLst>
          <pc:docMk/>
          <pc:sldMk cId="3240923067" sldId="273"/>
        </pc:sldMkLst>
      </pc:sldChg>
      <pc:sldChg chg="modSp add mod">
        <pc:chgData name="Madhumitha Samala" userId="31d0d080e496ab94" providerId="LiveId" clId="{BFE1F2AC-592E-4369-B918-8E737C2AAC1B}" dt="2026-01-09T17:26:02.074" v="407"/>
        <pc:sldMkLst>
          <pc:docMk/>
          <pc:sldMk cId="4199276462" sldId="274"/>
        </pc:sldMkLst>
        <pc:spChg chg="mod">
          <ac:chgData name="Madhumitha Samala" userId="31d0d080e496ab94" providerId="LiveId" clId="{BFE1F2AC-592E-4369-B918-8E737C2AAC1B}" dt="2026-01-09T17:25:23.292" v="395" actId="2711"/>
          <ac:spMkLst>
            <pc:docMk/>
            <pc:sldMk cId="4199276462" sldId="274"/>
            <ac:spMk id="7" creationId="{2C57D6A4-D532-B2E6-A1F0-F38A111060D3}"/>
          </ac:spMkLst>
        </pc:spChg>
        <pc:spChg chg="mod">
          <ac:chgData name="Madhumitha Samala" userId="31d0d080e496ab94" providerId="LiveId" clId="{BFE1F2AC-592E-4369-B918-8E737C2AAC1B}" dt="2026-01-09T17:26:02.074" v="407"/>
          <ac:spMkLst>
            <pc:docMk/>
            <pc:sldMk cId="4199276462" sldId="274"/>
            <ac:spMk id="9" creationId="{FBB641E3-4F21-6CE6-E735-33AD7F06BBDC}"/>
          </ac:spMkLst>
        </pc:spChg>
      </pc:sldChg>
      <pc:sldChg chg="modSp add mod ord">
        <pc:chgData name="Madhumitha Samala" userId="31d0d080e496ab94" providerId="LiveId" clId="{BFE1F2AC-592E-4369-B918-8E737C2AAC1B}" dt="2026-01-09T17:26:43.031" v="413"/>
        <pc:sldMkLst>
          <pc:docMk/>
          <pc:sldMk cId="3269381901" sldId="275"/>
        </pc:sldMkLst>
        <pc:spChg chg="mod">
          <ac:chgData name="Madhumitha Samala" userId="31d0d080e496ab94" providerId="LiveId" clId="{BFE1F2AC-592E-4369-B918-8E737C2AAC1B}" dt="2026-01-09T17:26:31.979" v="412" actId="2711"/>
          <ac:spMkLst>
            <pc:docMk/>
            <pc:sldMk cId="3269381901" sldId="275"/>
            <ac:spMk id="7" creationId="{19EED762-F06C-A78D-47B3-9511F856DF8C}"/>
          </ac:spMkLst>
        </pc:spChg>
        <pc:spChg chg="mod">
          <ac:chgData name="Madhumitha Samala" userId="31d0d080e496ab94" providerId="LiveId" clId="{BFE1F2AC-592E-4369-B918-8E737C2AAC1B}" dt="2026-01-09T17:26:43.031" v="413"/>
          <ac:spMkLst>
            <pc:docMk/>
            <pc:sldMk cId="3269381901" sldId="275"/>
            <ac:spMk id="9" creationId="{2EE18AC4-4591-5B3D-A755-382BA6B5847C}"/>
          </ac:spMkLst>
        </pc:spChg>
      </pc:sldChg>
      <pc:sldChg chg="addSp delSp modSp new mod">
        <pc:chgData name="Madhumitha Samala" userId="31d0d080e496ab94" providerId="LiveId" clId="{BFE1F2AC-592E-4369-B918-8E737C2AAC1B}" dt="2026-01-09T18:01:27.508" v="539" actId="14100"/>
        <pc:sldMkLst>
          <pc:docMk/>
          <pc:sldMk cId="1823837382" sldId="276"/>
        </pc:sldMkLst>
        <pc:spChg chg="del">
          <ac:chgData name="Madhumitha Samala" userId="31d0d080e496ab94" providerId="LiveId" clId="{BFE1F2AC-592E-4369-B918-8E737C2AAC1B}" dt="2026-01-09T17:54:41.778" v="442" actId="478"/>
          <ac:spMkLst>
            <pc:docMk/>
            <pc:sldMk cId="1823837382" sldId="276"/>
            <ac:spMk id="2" creationId="{8135EB56-EFB8-9A36-269A-4338CCE6E7BE}"/>
          </ac:spMkLst>
        </pc:spChg>
        <pc:spChg chg="del">
          <ac:chgData name="Madhumitha Samala" userId="31d0d080e496ab94" providerId="LiveId" clId="{BFE1F2AC-592E-4369-B918-8E737C2AAC1B}" dt="2026-01-09T17:59:51.479" v="472" actId="478"/>
          <ac:spMkLst>
            <pc:docMk/>
            <pc:sldMk cId="1823837382" sldId="276"/>
            <ac:spMk id="3" creationId="{92832304-07FB-7ED7-A552-DF4CEFB7E55A}"/>
          </ac:spMkLst>
        </pc:spChg>
        <pc:spChg chg="del">
          <ac:chgData name="Madhumitha Samala" userId="31d0d080e496ab94" providerId="LiveId" clId="{BFE1F2AC-592E-4369-B918-8E737C2AAC1B}" dt="2026-01-09T17:54:46.619" v="443" actId="478"/>
          <ac:spMkLst>
            <pc:docMk/>
            <pc:sldMk cId="1823837382" sldId="276"/>
            <ac:spMk id="4" creationId="{5B1E3D0B-EA03-CE9A-6C9F-F949C4572F8A}"/>
          </ac:spMkLst>
        </pc:spChg>
        <pc:picChg chg="add del mod">
          <ac:chgData name="Madhumitha Samala" userId="31d0d080e496ab94" providerId="LiveId" clId="{BFE1F2AC-592E-4369-B918-8E737C2AAC1B}" dt="2026-01-09T17:59:38.334" v="467" actId="478"/>
          <ac:picMkLst>
            <pc:docMk/>
            <pc:sldMk cId="1823837382" sldId="276"/>
            <ac:picMk id="6" creationId="{DAE7A90B-42DC-337D-5D61-52AC16E4F93F}"/>
          </ac:picMkLst>
        </pc:picChg>
        <pc:picChg chg="add del mod">
          <ac:chgData name="Madhumitha Samala" userId="31d0d080e496ab94" providerId="LiveId" clId="{BFE1F2AC-592E-4369-B918-8E737C2AAC1B}" dt="2026-01-09T17:57:28.073" v="465" actId="478"/>
          <ac:picMkLst>
            <pc:docMk/>
            <pc:sldMk cId="1823837382" sldId="276"/>
            <ac:picMk id="8" creationId="{A05087C2-D1E0-F45C-AAD1-3F432010E587}"/>
          </ac:picMkLst>
        </pc:picChg>
        <pc:picChg chg="add del mod">
          <ac:chgData name="Madhumitha Samala" userId="31d0d080e496ab94" providerId="LiveId" clId="{BFE1F2AC-592E-4369-B918-8E737C2AAC1B}" dt="2026-01-09T18:01:04.280" v="536" actId="478"/>
          <ac:picMkLst>
            <pc:docMk/>
            <pc:sldMk cId="1823837382" sldId="276"/>
            <ac:picMk id="10" creationId="{F3461B0D-02D3-3D6E-799E-2A5B099135DE}"/>
          </ac:picMkLst>
        </pc:picChg>
        <pc:picChg chg="add mod">
          <ac:chgData name="Madhumitha Samala" userId="31d0d080e496ab94" providerId="LiveId" clId="{BFE1F2AC-592E-4369-B918-8E737C2AAC1B}" dt="2026-01-09T18:01:27.508" v="539" actId="14100"/>
          <ac:picMkLst>
            <pc:docMk/>
            <pc:sldMk cId="1823837382" sldId="276"/>
            <ac:picMk id="12" creationId="{78058FA8-93FF-DECE-7EA1-D04117156A30}"/>
          </ac:picMkLst>
        </pc:picChg>
      </pc:sldChg>
      <pc:sldChg chg="addSp delSp modSp new del mod">
        <pc:chgData name="Madhumitha Samala" userId="31d0d080e496ab94" providerId="LiveId" clId="{BFE1F2AC-592E-4369-B918-8E737C2AAC1B}" dt="2026-01-09T18:01:37.638" v="541" actId="47"/>
        <pc:sldMkLst>
          <pc:docMk/>
          <pc:sldMk cId="3433881966" sldId="277"/>
        </pc:sldMkLst>
        <pc:picChg chg="add mod">
          <ac:chgData name="Madhumitha Samala" userId="31d0d080e496ab94" providerId="LiveId" clId="{BFE1F2AC-592E-4369-B918-8E737C2AAC1B}" dt="2026-01-09T17:57:20.488" v="464" actId="14100"/>
          <ac:picMkLst>
            <pc:docMk/>
            <pc:sldMk cId="3433881966" sldId="277"/>
            <ac:picMk id="6" creationId="{00628DEB-8B2D-8AB0-A641-954D50B6DB68}"/>
          </ac:picMkLst>
        </pc:picChg>
        <pc:picChg chg="add del mod">
          <ac:chgData name="Madhumitha Samala" userId="31d0d080e496ab94" providerId="LiveId" clId="{BFE1F2AC-592E-4369-B918-8E737C2AAC1B}" dt="2026-01-09T17:57:16.630" v="460" actId="22"/>
          <ac:picMkLst>
            <pc:docMk/>
            <pc:sldMk cId="3433881966" sldId="277"/>
            <ac:picMk id="8" creationId="{8C15B293-0544-397D-FA31-10CE474321AB}"/>
          </ac:picMkLst>
        </pc:picChg>
      </pc:sldChg>
      <pc:sldChg chg="addSp delSp modSp add mod">
        <pc:chgData name="Madhumitha Samala" userId="31d0d080e496ab94" providerId="LiveId" clId="{BFE1F2AC-592E-4369-B918-8E737C2AAC1B}" dt="2026-01-09T18:00:58.387" v="535" actId="1076"/>
        <pc:sldMkLst>
          <pc:docMk/>
          <pc:sldMk cId="3421056170" sldId="278"/>
        </pc:sldMkLst>
        <pc:spChg chg="mod">
          <ac:chgData name="Madhumitha Samala" userId="31d0d080e496ab94" providerId="LiveId" clId="{BFE1F2AC-592E-4369-B918-8E737C2AAC1B}" dt="2026-01-09T18:00:24.085" v="527" actId="20577"/>
          <ac:spMkLst>
            <pc:docMk/>
            <pc:sldMk cId="3421056170" sldId="278"/>
            <ac:spMk id="7" creationId="{C228914E-A2BA-F491-E5E5-B1BA7A3051D0}"/>
          </ac:spMkLst>
        </pc:spChg>
        <pc:spChg chg="del mod">
          <ac:chgData name="Madhumitha Samala" userId="31d0d080e496ab94" providerId="LiveId" clId="{BFE1F2AC-592E-4369-B918-8E737C2AAC1B}" dt="2026-01-09T18:00:40.583" v="529" actId="478"/>
          <ac:spMkLst>
            <pc:docMk/>
            <pc:sldMk cId="3421056170" sldId="278"/>
            <ac:spMk id="9" creationId="{CB6CE6EF-C70E-D4C1-FBAC-5C3475178386}"/>
          </ac:spMkLst>
        </pc:spChg>
        <pc:picChg chg="add mod">
          <ac:chgData name="Madhumitha Samala" userId="31d0d080e496ab94" providerId="LiveId" clId="{BFE1F2AC-592E-4369-B918-8E737C2AAC1B}" dt="2026-01-09T18:00:58.387" v="535" actId="1076"/>
          <ac:picMkLst>
            <pc:docMk/>
            <pc:sldMk cId="3421056170" sldId="278"/>
            <ac:picMk id="3" creationId="{F2826978-FFCD-1863-69D6-92C88552724E}"/>
          </ac:picMkLst>
        </pc:picChg>
      </pc:sldChg>
      <pc:sldChg chg="addSp delSp modSp new mod">
        <pc:chgData name="Madhumitha Samala" userId="31d0d080e496ab94" providerId="LiveId" clId="{BFE1F2AC-592E-4369-B918-8E737C2AAC1B}" dt="2026-01-09T18:04:32.793" v="556" actId="22"/>
        <pc:sldMkLst>
          <pc:docMk/>
          <pc:sldMk cId="1819525580" sldId="279"/>
        </pc:sldMkLst>
        <pc:spChg chg="del">
          <ac:chgData name="Madhumitha Samala" userId="31d0d080e496ab94" providerId="LiveId" clId="{BFE1F2AC-592E-4369-B918-8E737C2AAC1B}" dt="2026-01-09T18:02:37.032" v="546" actId="478"/>
          <ac:spMkLst>
            <pc:docMk/>
            <pc:sldMk cId="1819525580" sldId="279"/>
            <ac:spMk id="2" creationId="{E1A9D069-B5D5-ABE2-058F-009394D711DF}"/>
          </ac:spMkLst>
        </pc:spChg>
        <pc:spChg chg="del">
          <ac:chgData name="Madhumitha Samala" userId="31d0d080e496ab94" providerId="LiveId" clId="{BFE1F2AC-592E-4369-B918-8E737C2AAC1B}" dt="2026-01-09T18:02:32.332" v="545" actId="478"/>
          <ac:spMkLst>
            <pc:docMk/>
            <pc:sldMk cId="1819525580" sldId="279"/>
            <ac:spMk id="3" creationId="{72410C09-CFAD-B7BA-BFFA-8D3B5A725A2F}"/>
          </ac:spMkLst>
        </pc:spChg>
        <pc:picChg chg="add del mod">
          <ac:chgData name="Madhumitha Samala" userId="31d0d080e496ab94" providerId="LiveId" clId="{BFE1F2AC-592E-4369-B918-8E737C2AAC1B}" dt="2026-01-09T18:04:30.447" v="554" actId="478"/>
          <ac:picMkLst>
            <pc:docMk/>
            <pc:sldMk cId="1819525580" sldId="279"/>
            <ac:picMk id="6" creationId="{E8C88D4B-37DB-3E03-9C45-04CD274FD1B2}"/>
          </ac:picMkLst>
        </pc:picChg>
        <pc:picChg chg="add del mod">
          <ac:chgData name="Madhumitha Samala" userId="31d0d080e496ab94" providerId="LiveId" clId="{BFE1F2AC-592E-4369-B918-8E737C2AAC1B}" dt="2026-01-09T18:03:27.775" v="550" actId="478"/>
          <ac:picMkLst>
            <pc:docMk/>
            <pc:sldMk cId="1819525580" sldId="279"/>
            <ac:picMk id="8" creationId="{4029AA34-D3F4-8BEE-DC7E-CEB385B33A5E}"/>
          </ac:picMkLst>
        </pc:picChg>
        <pc:picChg chg="add del mod">
          <ac:chgData name="Madhumitha Samala" userId="31d0d080e496ab94" providerId="LiveId" clId="{BFE1F2AC-592E-4369-B918-8E737C2AAC1B}" dt="2026-01-09T18:04:31.951" v="555" actId="478"/>
          <ac:picMkLst>
            <pc:docMk/>
            <pc:sldMk cId="1819525580" sldId="279"/>
            <ac:picMk id="10" creationId="{0187A2E1-8D45-CE5C-EE48-2F18512FEA7A}"/>
          </ac:picMkLst>
        </pc:picChg>
        <pc:picChg chg="add">
          <ac:chgData name="Madhumitha Samala" userId="31d0d080e496ab94" providerId="LiveId" clId="{BFE1F2AC-592E-4369-B918-8E737C2AAC1B}" dt="2026-01-09T18:04:32.793" v="556" actId="22"/>
          <ac:picMkLst>
            <pc:docMk/>
            <pc:sldMk cId="1819525580" sldId="279"/>
            <ac:picMk id="12" creationId="{28532831-DA5A-452B-A83E-DF705E9454E3}"/>
          </ac:picMkLst>
        </pc:picChg>
      </pc:sldChg>
      <pc:sldChg chg="addSp new mod">
        <pc:chgData name="Madhumitha Samala" userId="31d0d080e496ab94" providerId="LiveId" clId="{BFE1F2AC-592E-4369-B918-8E737C2AAC1B}" dt="2026-01-09T18:04:57.717" v="558" actId="22"/>
        <pc:sldMkLst>
          <pc:docMk/>
          <pc:sldMk cId="3866157049" sldId="280"/>
        </pc:sldMkLst>
        <pc:picChg chg="add">
          <ac:chgData name="Madhumitha Samala" userId="31d0d080e496ab94" providerId="LiveId" clId="{BFE1F2AC-592E-4369-B918-8E737C2AAC1B}" dt="2026-01-09T18:04:57.717" v="558" actId="22"/>
          <ac:picMkLst>
            <pc:docMk/>
            <pc:sldMk cId="3866157049" sldId="280"/>
            <ac:picMk id="6" creationId="{9990547F-9C9B-9E27-1B7F-1D41E8F44192}"/>
          </ac:picMkLst>
        </pc:picChg>
      </pc:sldChg>
      <pc:sldChg chg="addSp modSp new mod">
        <pc:chgData name="Madhumitha Samala" userId="31d0d080e496ab94" providerId="LiveId" clId="{BFE1F2AC-592E-4369-B918-8E737C2AAC1B}" dt="2026-01-09T18:05:56.322" v="564" actId="14100"/>
        <pc:sldMkLst>
          <pc:docMk/>
          <pc:sldMk cId="599526732" sldId="281"/>
        </pc:sldMkLst>
        <pc:picChg chg="add mod">
          <ac:chgData name="Madhumitha Samala" userId="31d0d080e496ab94" providerId="LiveId" clId="{BFE1F2AC-592E-4369-B918-8E737C2AAC1B}" dt="2026-01-09T18:05:30.472" v="561" actId="1076"/>
          <ac:picMkLst>
            <pc:docMk/>
            <pc:sldMk cId="599526732" sldId="281"/>
            <ac:picMk id="6" creationId="{110B7F78-7339-9F69-F679-6BC97566F6C7}"/>
          </ac:picMkLst>
        </pc:picChg>
        <pc:picChg chg="add mod">
          <ac:chgData name="Madhumitha Samala" userId="31d0d080e496ab94" providerId="LiveId" clId="{BFE1F2AC-592E-4369-B918-8E737C2AAC1B}" dt="2026-01-09T18:05:56.322" v="564" actId="14100"/>
          <ac:picMkLst>
            <pc:docMk/>
            <pc:sldMk cId="599526732" sldId="281"/>
            <ac:picMk id="8" creationId="{8013EDA0-AC28-3ADB-C936-9968E4FC016C}"/>
          </ac:picMkLst>
        </pc:picChg>
      </pc:sldChg>
      <pc:sldChg chg="addSp modSp mod">
        <pc:chgData name="Madhumitha Samala" userId="31d0d080e496ab94" providerId="LiveId" clId="{BFE1F2AC-592E-4369-B918-8E737C2AAC1B}" dt="2026-01-10T09:08:59.303" v="574" actId="207"/>
        <pc:sldMkLst>
          <pc:docMk/>
          <pc:sldMk cId="2208736818" sldId="285"/>
        </pc:sldMkLst>
        <pc:spChg chg="add mod">
          <ac:chgData name="Madhumitha Samala" userId="31d0d080e496ab94" providerId="LiveId" clId="{BFE1F2AC-592E-4369-B918-8E737C2AAC1B}" dt="2026-01-10T09:08:59.303" v="574" actId="207"/>
          <ac:spMkLst>
            <pc:docMk/>
            <pc:sldMk cId="2208736818" sldId="285"/>
            <ac:spMk id="2" creationId="{F47CD00B-9525-737F-F224-DA3918EFDD7A}"/>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061595-59EE-46FE-9AD4-893BD3CF30D8}" type="datetimeFigureOut">
              <a:rPr lang="en-US" smtClean="0"/>
              <a:t>1/10/2026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666E22B-85CA-45C7-86A8-A17C38B96A98}" type="slidenum">
              <a:rPr lang="en-US" smtClean="0"/>
              <a:t>‹#›</a:t>
            </a:fld>
            <a:endParaRPr lang="en-US" dirty="0"/>
          </a:p>
        </p:txBody>
      </p:sp>
    </p:spTree>
    <p:extLst>
      <p:ext uri="{BB962C8B-B14F-4D97-AF65-F5344CB8AC3E}">
        <p14:creationId xmlns:p14="http://schemas.microsoft.com/office/powerpoint/2010/main" val="3393007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0CF70A2-C0AD-4D28-B3EB-C43D221AD38B}"/>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a:extLst>
              <a:ext uri="{FF2B5EF4-FFF2-40B4-BE49-F238E27FC236}">
                <a16:creationId xmlns:a16="http://schemas.microsoft.com/office/drawing/2014/main" id="{F3EE984A-7865-4092-9DD1-FA065CFE1A91}"/>
              </a:ext>
              <a:ext uri="{C183D7F6-B498-43B3-948B-1728B52AA6E4}">
                <adec:decorative xmlns:adec="http://schemas.microsoft.com/office/drawing/2017/decorative" val="1"/>
              </a:ext>
            </a:extLst>
          </p:cNvPr>
          <p:cNvGrpSpPr/>
          <p:nvPr userDrawn="1"/>
        </p:nvGrpSpPr>
        <p:grpSpPr>
          <a:xfrm flipH="1">
            <a:off x="0" y="0"/>
            <a:ext cx="7724071" cy="6858000"/>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3B8F172B-7E78-455D-98E3-82DF61843F08}"/>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F50D9895-086D-4E52-B2BB-4B8D7993E503}"/>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a:extLst>
              <a:ext uri="{FF2B5EF4-FFF2-40B4-BE49-F238E27FC236}">
                <a16:creationId xmlns:a16="http://schemas.microsoft.com/office/drawing/2014/main" id="{E441336E-0F59-4E8E-A2B5-D62EDA71808F}"/>
              </a:ext>
              <a:ext uri="{C183D7F6-B498-43B3-948B-1728B52AA6E4}">
                <adec:decorative xmlns:adec="http://schemas.microsoft.com/office/drawing/2017/decorative" val="1"/>
              </a:ext>
            </a:extLst>
          </p:cNvPr>
          <p:cNvSpPr/>
          <p:nvPr userDrawn="1"/>
        </p:nvSpPr>
        <p:spPr>
          <a:xfrm>
            <a:off x="713457" y="739600"/>
            <a:ext cx="10768226" cy="539095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1" name="Title 1">
            <a:extLst>
              <a:ext uri="{FF2B5EF4-FFF2-40B4-BE49-F238E27FC236}">
                <a16:creationId xmlns:a16="http://schemas.microsoft.com/office/drawing/2014/main" id="{27B873BD-A26D-4CB5-BED3-D95C908B8B24}"/>
              </a:ext>
            </a:extLst>
          </p:cNvPr>
          <p:cNvSpPr>
            <a:spLocks noGrp="1"/>
          </p:cNvSpPr>
          <p:nvPr>
            <p:ph type="ctrTitle"/>
          </p:nvPr>
        </p:nvSpPr>
        <p:spPr>
          <a:xfrm>
            <a:off x="5943600" y="1066800"/>
            <a:ext cx="5257800" cy="2833528"/>
          </a:xfrm>
        </p:spPr>
        <p:txBody>
          <a:bodyPr anchor="b">
            <a:normAutofit/>
          </a:bodyPr>
          <a:lstStyle/>
          <a:p>
            <a:pPr algn="l">
              <a:lnSpc>
                <a:spcPct val="100000"/>
              </a:lnSpc>
            </a:pPr>
            <a:r>
              <a:rPr lang="en-US" sz="4400" spc="120">
                <a:cs typeface="Posterama" panose="020B0504020200020000" pitchFamily="34" charset="0"/>
              </a:rPr>
              <a:t>Click to edit Master title style</a:t>
            </a:r>
            <a:endParaRPr lang="en-US" sz="4400" spc="120" dirty="0">
              <a:cs typeface="Posterama" panose="020B0504020200020000" pitchFamily="34" charset="0"/>
            </a:endParaRPr>
          </a:p>
        </p:txBody>
      </p:sp>
      <p:sp>
        <p:nvSpPr>
          <p:cNvPr id="12" name="Subtitle 2">
            <a:extLst>
              <a:ext uri="{FF2B5EF4-FFF2-40B4-BE49-F238E27FC236}">
                <a16:creationId xmlns:a16="http://schemas.microsoft.com/office/drawing/2014/main" id="{EF5E2EC6-688E-4202-BA23-F29BE1145659}"/>
              </a:ext>
            </a:extLst>
          </p:cNvPr>
          <p:cNvSpPr>
            <a:spLocks noGrp="1"/>
          </p:cNvSpPr>
          <p:nvPr>
            <p:ph type="subTitle" idx="1"/>
          </p:nvPr>
        </p:nvSpPr>
        <p:spPr>
          <a:xfrm>
            <a:off x="5943599" y="4074784"/>
            <a:ext cx="5257799" cy="1640216"/>
          </a:xfrm>
        </p:spPr>
        <p:txBody>
          <a:bodyPr anchor="t"/>
          <a:lstStyle>
            <a:lvl1pPr marL="0" indent="0">
              <a:buNone/>
              <a:defRPr/>
            </a:lvl1pPr>
          </a:lstStyle>
          <a:p>
            <a:pPr algn="l">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5" name="Picture Placeholder 14">
            <a:extLst>
              <a:ext uri="{FF2B5EF4-FFF2-40B4-BE49-F238E27FC236}">
                <a16:creationId xmlns:a16="http://schemas.microsoft.com/office/drawing/2014/main" id="{D8709CFE-7328-4CEC-A7C8-D6C8B18D6CD9}"/>
              </a:ext>
            </a:extLst>
          </p:cNvPr>
          <p:cNvSpPr>
            <a:spLocks noGrp="1"/>
          </p:cNvSpPr>
          <p:nvPr>
            <p:ph type="pic" sz="quarter" idx="13"/>
          </p:nvPr>
        </p:nvSpPr>
        <p:spPr>
          <a:xfrm>
            <a:off x="713232" y="740664"/>
            <a:ext cx="4745736" cy="5394960"/>
          </a:xfrm>
          <a:solidFill>
            <a:schemeClr val="accent6"/>
          </a:solidFill>
        </p:spPr>
        <p:txBody>
          <a:bodyPr/>
          <a:lstStyle/>
          <a:p>
            <a:r>
              <a:rPr lang="en-US"/>
              <a:t>Click icon to add picture</a:t>
            </a:r>
            <a:endParaRPr lang="en-US" dirty="0"/>
          </a:p>
        </p:txBody>
      </p:sp>
    </p:spTree>
    <p:extLst>
      <p:ext uri="{BB962C8B-B14F-4D97-AF65-F5344CB8AC3E}">
        <p14:creationId xmlns:p14="http://schemas.microsoft.com/office/powerpoint/2010/main" val="40004293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nda">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8A7506A-23D3-4E50-B632-7D75C652FB02}"/>
              </a:ext>
              <a:ext uri="{C183D7F6-B498-43B3-948B-1728B52AA6E4}">
                <adec:decorative xmlns:adec="http://schemas.microsoft.com/office/drawing/2017/decorative" val="1"/>
              </a:ext>
            </a:extLst>
          </p:cNvPr>
          <p:cNvSpPr/>
          <p:nvPr userDrawn="1"/>
        </p:nvSpPr>
        <p:spPr>
          <a:xfrm>
            <a:off x="3048"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a:extLst>
              <a:ext uri="{FF2B5EF4-FFF2-40B4-BE49-F238E27FC236}">
                <a16:creationId xmlns:a16="http://schemas.microsoft.com/office/drawing/2014/main" id="{082A1112-7DAD-487B-84EF-9F2B9F4A6194}"/>
              </a:ext>
              <a:ext uri="{C183D7F6-B498-43B3-948B-1728B52AA6E4}">
                <adec:decorative xmlns:adec="http://schemas.microsoft.com/office/drawing/2017/decorative" val="1"/>
              </a:ext>
            </a:extLst>
          </p:cNvPr>
          <p:cNvGrpSpPr/>
          <p:nvPr userDrawn="1"/>
        </p:nvGrpSpPr>
        <p:grpSpPr>
          <a:xfrm flipH="1">
            <a:off x="0" y="0"/>
            <a:ext cx="7724071" cy="6858000"/>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52E39B3F-C08C-424B-908B-8A3E017C641B}"/>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80050DD2-3323-4041-91C6-8BFA52F381B7}"/>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a:extLst>
              <a:ext uri="{FF2B5EF4-FFF2-40B4-BE49-F238E27FC236}">
                <a16:creationId xmlns:a16="http://schemas.microsoft.com/office/drawing/2014/main" id="{4FA34E2F-6A4E-4CFF-ACA1-994BA9CED3A9}"/>
              </a:ext>
              <a:ext uri="{C183D7F6-B498-43B3-948B-1728B52AA6E4}">
                <adec:decorative xmlns:adec="http://schemas.microsoft.com/office/drawing/2017/decorative" val="1"/>
              </a:ext>
            </a:extLst>
          </p:cNvPr>
          <p:cNvSpPr/>
          <p:nvPr userDrawn="1"/>
        </p:nvSpPr>
        <p:spPr>
          <a:xfrm>
            <a:off x="684276"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A8B9C0BE-DE84-42B6-9610-684AC81E50B3}"/>
              </a:ext>
            </a:extLst>
          </p:cNvPr>
          <p:cNvSpPr>
            <a:spLocks noGrp="1"/>
          </p:cNvSpPr>
          <p:nvPr>
            <p:ph type="title"/>
          </p:nvPr>
        </p:nvSpPr>
        <p:spPr>
          <a:xfrm>
            <a:off x="1143000" y="990599"/>
            <a:ext cx="4953000" cy="2130552"/>
          </a:xfrm>
        </p:spPr>
        <p:txBody>
          <a:bodyPr>
            <a:noAutofit/>
          </a:bodyPr>
          <a:lstStyle/>
          <a:p>
            <a:pPr>
              <a:lnSpc>
                <a:spcPct val="100000"/>
              </a:lnSpc>
            </a:pPr>
            <a:r>
              <a:rPr lang="en-US" spc="120">
                <a:cs typeface="Posterama" panose="020B0504020200020000" pitchFamily="34" charset="0"/>
              </a:rPr>
              <a:t>Click to edit Master title style</a:t>
            </a:r>
            <a:endParaRPr lang="en-US" spc="120" dirty="0">
              <a:cs typeface="Posterama" panose="020B0504020200020000" pitchFamily="34" charset="0"/>
            </a:endParaRPr>
          </a:p>
        </p:txBody>
      </p:sp>
      <p:sp>
        <p:nvSpPr>
          <p:cNvPr id="12" name="Content Placeholder 2">
            <a:extLst>
              <a:ext uri="{FF2B5EF4-FFF2-40B4-BE49-F238E27FC236}">
                <a16:creationId xmlns:a16="http://schemas.microsoft.com/office/drawing/2014/main" id="{C95C06E1-E8B8-4F7A-8EB7-E594AFEE6492}"/>
              </a:ext>
            </a:extLst>
          </p:cNvPr>
          <p:cNvSpPr>
            <a:spLocks noGrp="1"/>
          </p:cNvSpPr>
          <p:nvPr>
            <p:ph idx="1"/>
          </p:nvPr>
        </p:nvSpPr>
        <p:spPr>
          <a:xfrm>
            <a:off x="1143000" y="3352800"/>
            <a:ext cx="4953000" cy="2514600"/>
          </a:xfrm>
        </p:spPr>
        <p:txBody>
          <a:bodyPr>
            <a:normAutofit/>
          </a:bodyPr>
          <a:lstStyle>
            <a:lvl1pPr marL="0" indent="0">
              <a:buNone/>
              <a:defRPr/>
            </a:lvl1pPr>
          </a:lstStyle>
          <a:p>
            <a:pPr lvl="0">
              <a:lnSpc>
                <a:spcPct val="110000"/>
              </a:lnSpc>
            </a:pPr>
            <a:r>
              <a:rPr lang="en-US" sz="1800"/>
              <a:t>Click to edit Master text styles</a:t>
            </a:r>
          </a:p>
        </p:txBody>
      </p:sp>
      <p:sp>
        <p:nvSpPr>
          <p:cNvPr id="16" name="Picture Placeholder 15">
            <a:extLst>
              <a:ext uri="{FF2B5EF4-FFF2-40B4-BE49-F238E27FC236}">
                <a16:creationId xmlns:a16="http://schemas.microsoft.com/office/drawing/2014/main" id="{E340614F-452E-4022-B834-FFDC63466D3C}"/>
              </a:ext>
            </a:extLst>
          </p:cNvPr>
          <p:cNvSpPr>
            <a:spLocks noGrp="1"/>
          </p:cNvSpPr>
          <p:nvPr>
            <p:ph type="pic" sz="quarter" idx="13"/>
          </p:nvPr>
        </p:nvSpPr>
        <p:spPr>
          <a:xfrm>
            <a:off x="6784848" y="813816"/>
            <a:ext cx="4617720" cy="2551176"/>
          </a:xfrm>
          <a:solidFill>
            <a:schemeClr val="accent6"/>
          </a:solidFill>
        </p:spPr>
        <p:txBody>
          <a:bodyPr/>
          <a:lstStyle/>
          <a:p>
            <a:r>
              <a:rPr lang="en-US"/>
              <a:t>Click icon to add picture</a:t>
            </a:r>
            <a:endParaRPr lang="en-US" dirty="0"/>
          </a:p>
        </p:txBody>
      </p:sp>
      <p:sp>
        <p:nvSpPr>
          <p:cNvPr id="17" name="Picture Placeholder 15">
            <a:extLst>
              <a:ext uri="{FF2B5EF4-FFF2-40B4-BE49-F238E27FC236}">
                <a16:creationId xmlns:a16="http://schemas.microsoft.com/office/drawing/2014/main" id="{C9F0368A-AE83-428C-ABF7-694386AB6231}"/>
              </a:ext>
            </a:extLst>
          </p:cNvPr>
          <p:cNvSpPr>
            <a:spLocks noGrp="1"/>
          </p:cNvSpPr>
          <p:nvPr>
            <p:ph type="pic" sz="quarter" idx="14"/>
          </p:nvPr>
        </p:nvSpPr>
        <p:spPr>
          <a:xfrm>
            <a:off x="6784848" y="3465576"/>
            <a:ext cx="4617720" cy="2551176"/>
          </a:xfrm>
          <a:solidFill>
            <a:schemeClr val="accent6"/>
          </a:solidFill>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10408464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Introduction">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2253A4E8-5A11-4C9C-8FC8-9D78AB5D392A}"/>
              </a:ext>
              <a:ext uri="{C183D7F6-B498-43B3-948B-1728B52AA6E4}">
                <adec:decorative xmlns:adec="http://schemas.microsoft.com/office/drawing/2017/decorative" val="1"/>
              </a:ext>
            </a:extLst>
          </p:cNvPr>
          <p:cNvGrpSpPr/>
          <p:nvPr userDrawn="1"/>
        </p:nvGrpSpPr>
        <p:grpSpPr>
          <a:xfrm>
            <a:off x="4464881" y="0"/>
            <a:ext cx="7724071" cy="6858000"/>
            <a:chOff x="4464881" y="0"/>
            <a:chExt cx="7724071" cy="6858000"/>
          </a:xfrm>
        </p:grpSpPr>
        <p:pic>
          <p:nvPicPr>
            <p:cNvPr id="7" name="Picture 6" descr="A picture containing holding&#10;&#10;Description automatically generated">
              <a:extLst>
                <a:ext uri="{FF2B5EF4-FFF2-40B4-BE49-F238E27FC236}">
                  <a16:creationId xmlns:a16="http://schemas.microsoft.com/office/drawing/2014/main" id="{77D633C1-4A46-44EA-B1E7-96EA9C44CB40}"/>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8" name="Picture 7" descr="A picture containing holding, flower&#10;&#10;Description automatically generated">
              <a:extLst>
                <a:ext uri="{FF2B5EF4-FFF2-40B4-BE49-F238E27FC236}">
                  <a16:creationId xmlns:a16="http://schemas.microsoft.com/office/drawing/2014/main" id="{89667DF8-B73B-497B-95A4-5212EE667059}"/>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9" name="Title 1">
            <a:extLst>
              <a:ext uri="{FF2B5EF4-FFF2-40B4-BE49-F238E27FC236}">
                <a16:creationId xmlns:a16="http://schemas.microsoft.com/office/drawing/2014/main" id="{3EA3C8E6-EF45-4F18-A0CB-F0527540DAD7}"/>
              </a:ext>
            </a:extLst>
          </p:cNvPr>
          <p:cNvSpPr>
            <a:spLocks noGrp="1"/>
          </p:cNvSpPr>
          <p:nvPr>
            <p:ph type="title"/>
          </p:nvPr>
        </p:nvSpPr>
        <p:spPr>
          <a:xfrm>
            <a:off x="838200" y="393192"/>
            <a:ext cx="4953000" cy="2130552"/>
          </a:xfrm>
        </p:spPr>
        <p:txBody>
          <a:bodyPr>
            <a:noAutofit/>
          </a:bodyPr>
          <a:lstStyle/>
          <a:p>
            <a:pPr>
              <a:lnSpc>
                <a:spcPct val="100000"/>
              </a:lnSpc>
            </a:pPr>
            <a:r>
              <a:rPr lang="en-US" spc="120">
                <a:cs typeface="Posterama" panose="020B0504020200020000" pitchFamily="34" charset="0"/>
              </a:rPr>
              <a:t>Click to edit Master title style</a:t>
            </a:r>
            <a:endParaRPr lang="en-US" spc="120" dirty="0">
              <a:cs typeface="Posterama" panose="020B0504020200020000" pitchFamily="34" charset="0"/>
            </a:endParaRPr>
          </a:p>
        </p:txBody>
      </p:sp>
      <p:sp>
        <p:nvSpPr>
          <p:cNvPr id="10" name="Content Placeholder 2">
            <a:extLst>
              <a:ext uri="{FF2B5EF4-FFF2-40B4-BE49-F238E27FC236}">
                <a16:creationId xmlns:a16="http://schemas.microsoft.com/office/drawing/2014/main" id="{50CA1F7B-7E1E-4745-8E06-38C79906EE1E}"/>
              </a:ext>
            </a:extLst>
          </p:cNvPr>
          <p:cNvSpPr>
            <a:spLocks noGrp="1"/>
          </p:cNvSpPr>
          <p:nvPr>
            <p:ph idx="1"/>
          </p:nvPr>
        </p:nvSpPr>
        <p:spPr>
          <a:xfrm>
            <a:off x="838200" y="2724912"/>
            <a:ext cx="4952681" cy="3410712"/>
          </a:xfrm>
        </p:spPr>
        <p:txBody>
          <a:bodyPr anchor="t" anchorCtr="0">
            <a:normAutofit/>
          </a:bodyPr>
          <a:lstStyle>
            <a:lvl1pPr marL="0" indent="0">
              <a:buNone/>
              <a:defRPr/>
            </a:lvl1pPr>
          </a:lstStyle>
          <a:p>
            <a:pPr lvl="0">
              <a:lnSpc>
                <a:spcPct val="110000"/>
              </a:lnSpc>
            </a:pPr>
            <a:r>
              <a:rPr lang="en-US" sz="1800"/>
              <a:t>Click to edit Master text styles</a:t>
            </a:r>
          </a:p>
        </p:txBody>
      </p:sp>
      <p:sp>
        <p:nvSpPr>
          <p:cNvPr id="13" name="Picture Placeholder 12">
            <a:extLst>
              <a:ext uri="{FF2B5EF4-FFF2-40B4-BE49-F238E27FC236}">
                <a16:creationId xmlns:a16="http://schemas.microsoft.com/office/drawing/2014/main" id="{C027CA11-7EE7-4C3B-AF4D-F50756E4EF64}"/>
              </a:ext>
            </a:extLst>
          </p:cNvPr>
          <p:cNvSpPr>
            <a:spLocks noGrp="1"/>
          </p:cNvSpPr>
          <p:nvPr>
            <p:ph type="pic" sz="quarter" idx="13"/>
          </p:nvPr>
        </p:nvSpPr>
        <p:spPr>
          <a:xfrm>
            <a:off x="7086600" y="568324"/>
            <a:ext cx="4727448" cy="5715000"/>
          </a:xfrm>
          <a:solidFill>
            <a:schemeClr val="accent6"/>
          </a:solidFill>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4182695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break">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29FC3DD-D5CF-4D3A-AD62-2D9AD0EA2D50}"/>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a:extLst>
              <a:ext uri="{FF2B5EF4-FFF2-40B4-BE49-F238E27FC236}">
                <a16:creationId xmlns:a16="http://schemas.microsoft.com/office/drawing/2014/main" id="{3A543720-E70E-42D7-9835-39FDFE40F01E}"/>
              </a:ext>
              <a:ext uri="{C183D7F6-B498-43B3-948B-1728B52AA6E4}">
                <adec:decorative xmlns:adec="http://schemas.microsoft.com/office/drawing/2017/decorative" val="1"/>
              </a:ext>
            </a:extLst>
          </p:cNvPr>
          <p:cNvGrpSpPr/>
          <p:nvPr userDrawn="1"/>
        </p:nvGrpSpPr>
        <p:grpSpPr>
          <a:xfrm>
            <a:off x="6477000" y="0"/>
            <a:ext cx="5711952" cy="5071492"/>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7D5BA9D0-B4FD-4CD7-8F18-76506E972044}"/>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7D2067D9-0848-4BAA-996E-BE1236E04ABF}"/>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Title 1">
            <a:extLst>
              <a:ext uri="{FF2B5EF4-FFF2-40B4-BE49-F238E27FC236}">
                <a16:creationId xmlns:a16="http://schemas.microsoft.com/office/drawing/2014/main" id="{1B87D7AA-E59B-441F-B5EC-E9828C1EDFBE}"/>
              </a:ext>
            </a:extLst>
          </p:cNvPr>
          <p:cNvSpPr>
            <a:spLocks noGrp="1"/>
          </p:cNvSpPr>
          <p:nvPr>
            <p:ph type="ctrTitle"/>
          </p:nvPr>
        </p:nvSpPr>
        <p:spPr>
          <a:xfrm>
            <a:off x="1293876" y="304801"/>
            <a:ext cx="9601200" cy="2301875"/>
          </a:xfrm>
        </p:spPr>
        <p:txBody>
          <a:bodyPr anchor="b">
            <a:normAutofit/>
          </a:bodyPr>
          <a:lstStyle>
            <a:lvl1pPr algn="ctr">
              <a:defRPr/>
            </a:lvl1pPr>
          </a:lstStyle>
          <a:p>
            <a:pPr>
              <a:lnSpc>
                <a:spcPct val="100000"/>
              </a:lnSpc>
            </a:pPr>
            <a:r>
              <a:rPr lang="en-US" sz="4400" spc="120">
                <a:cs typeface="Posterama" panose="020B0504020200020000" pitchFamily="34" charset="0"/>
              </a:rPr>
              <a:t>Click to edit Master title style</a:t>
            </a:r>
            <a:endParaRPr lang="en-US" sz="4400" spc="120" dirty="0">
              <a:cs typeface="Posterama" panose="020B0504020200020000" pitchFamily="34" charset="0"/>
            </a:endParaRPr>
          </a:p>
        </p:txBody>
      </p:sp>
      <p:sp>
        <p:nvSpPr>
          <p:cNvPr id="11" name="Subtitle 2">
            <a:extLst>
              <a:ext uri="{FF2B5EF4-FFF2-40B4-BE49-F238E27FC236}">
                <a16:creationId xmlns:a16="http://schemas.microsoft.com/office/drawing/2014/main" id="{70806D6C-F8DC-4FFA-9381-5620B7391CEA}"/>
              </a:ext>
            </a:extLst>
          </p:cNvPr>
          <p:cNvSpPr>
            <a:spLocks noGrp="1"/>
          </p:cNvSpPr>
          <p:nvPr>
            <p:ph type="subTitle" idx="1"/>
          </p:nvPr>
        </p:nvSpPr>
        <p:spPr>
          <a:xfrm>
            <a:off x="1712976" y="2743201"/>
            <a:ext cx="8763001" cy="914400"/>
          </a:xfrm>
        </p:spPr>
        <p:txBody>
          <a:bodyPr anchor="t"/>
          <a:lstStyle>
            <a:lvl1pPr marL="0" indent="0" algn="ctr">
              <a:buNone/>
              <a:defRPr/>
            </a:lvl1pPr>
          </a:lstStyle>
          <a:p>
            <a:pPr>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6" name="Picture Placeholder 15">
            <a:extLst>
              <a:ext uri="{FF2B5EF4-FFF2-40B4-BE49-F238E27FC236}">
                <a16:creationId xmlns:a16="http://schemas.microsoft.com/office/drawing/2014/main" id="{A5095252-A020-4AA1-9BB3-013288AE3FB6}"/>
              </a:ext>
            </a:extLst>
          </p:cNvPr>
          <p:cNvSpPr>
            <a:spLocks noGrp="1"/>
          </p:cNvSpPr>
          <p:nvPr>
            <p:ph type="pic" sz="quarter" idx="13"/>
          </p:nvPr>
        </p:nvSpPr>
        <p:spPr>
          <a:xfrm>
            <a:off x="0" y="3886200"/>
            <a:ext cx="4059936" cy="2971800"/>
          </a:xfrm>
          <a:solidFill>
            <a:schemeClr val="accent6"/>
          </a:solidFill>
        </p:spPr>
        <p:txBody>
          <a:bodyPr/>
          <a:lstStyle/>
          <a:p>
            <a:r>
              <a:rPr lang="en-US"/>
              <a:t>Click icon to add picture</a:t>
            </a:r>
            <a:endParaRPr lang="en-US" dirty="0"/>
          </a:p>
        </p:txBody>
      </p:sp>
      <p:sp>
        <p:nvSpPr>
          <p:cNvPr id="17" name="Picture Placeholder 15">
            <a:extLst>
              <a:ext uri="{FF2B5EF4-FFF2-40B4-BE49-F238E27FC236}">
                <a16:creationId xmlns:a16="http://schemas.microsoft.com/office/drawing/2014/main" id="{17FBAD15-0D00-46EC-B530-EF6195F42D4A}"/>
              </a:ext>
            </a:extLst>
          </p:cNvPr>
          <p:cNvSpPr>
            <a:spLocks noGrp="1"/>
          </p:cNvSpPr>
          <p:nvPr>
            <p:ph type="pic" sz="quarter" idx="14"/>
          </p:nvPr>
        </p:nvSpPr>
        <p:spPr>
          <a:xfrm>
            <a:off x="4050792" y="3886200"/>
            <a:ext cx="4087368" cy="2971800"/>
          </a:xfrm>
          <a:solidFill>
            <a:schemeClr val="accent6"/>
          </a:solidFill>
        </p:spPr>
        <p:txBody>
          <a:bodyPr/>
          <a:lstStyle/>
          <a:p>
            <a:r>
              <a:rPr lang="en-US"/>
              <a:t>Click icon to add picture</a:t>
            </a:r>
            <a:endParaRPr lang="en-US" dirty="0"/>
          </a:p>
        </p:txBody>
      </p:sp>
      <p:sp>
        <p:nvSpPr>
          <p:cNvPr id="18" name="Picture Placeholder 15">
            <a:extLst>
              <a:ext uri="{FF2B5EF4-FFF2-40B4-BE49-F238E27FC236}">
                <a16:creationId xmlns:a16="http://schemas.microsoft.com/office/drawing/2014/main" id="{0F93F034-901D-43B1-89E9-6291A86787FD}"/>
              </a:ext>
            </a:extLst>
          </p:cNvPr>
          <p:cNvSpPr>
            <a:spLocks noGrp="1"/>
          </p:cNvSpPr>
          <p:nvPr>
            <p:ph type="pic" sz="quarter" idx="15"/>
          </p:nvPr>
        </p:nvSpPr>
        <p:spPr>
          <a:xfrm>
            <a:off x="8132064" y="3886200"/>
            <a:ext cx="4059936" cy="2971800"/>
          </a:xfrm>
          <a:solidFill>
            <a:schemeClr val="accent6"/>
          </a:solidFill>
        </p:spPr>
        <p:txBody>
          <a:bodyPr/>
          <a:lstStyle/>
          <a:p>
            <a:r>
              <a:rPr lang="en-US"/>
              <a:t>Click icon to add picture</a:t>
            </a:r>
            <a:endParaRPr lang="en-US" dirty="0"/>
          </a:p>
        </p:txBody>
      </p:sp>
    </p:spTree>
    <p:extLst>
      <p:ext uri="{BB962C8B-B14F-4D97-AF65-F5344CB8AC3E}">
        <p14:creationId xmlns:p14="http://schemas.microsoft.com/office/powerpoint/2010/main" val="40665226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4CC1FC-ADE8-488C-A1DA-2FD569FD4D0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F02842-38C3-46D6-8527-0F6FE623C5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E864CF5-F681-40C2-88CC-E02206C9CECB}"/>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82C04753-4FE4-4A6F-99BB-CFFC92E0CD06}"/>
              </a:ext>
            </a:extLst>
          </p:cNvPr>
          <p:cNvSpPr>
            <a:spLocks noGrp="1"/>
          </p:cNvSpPr>
          <p:nvPr>
            <p:ph type="ftr" sz="quarter" idx="11"/>
          </p:nvPr>
        </p:nvSpPr>
        <p:spPr/>
        <p:txBody>
          <a:bodyPr/>
          <a:lstStyle/>
          <a:p>
            <a:r>
              <a:rPr lang="en-US" dirty="0"/>
              <a:t>Sample Footer Text</a:t>
            </a:r>
          </a:p>
        </p:txBody>
      </p:sp>
      <p:sp>
        <p:nvSpPr>
          <p:cNvPr id="6" name="Slide Number Placeholder 5">
            <a:extLst>
              <a:ext uri="{FF2B5EF4-FFF2-40B4-BE49-F238E27FC236}">
                <a16:creationId xmlns:a16="http://schemas.microsoft.com/office/drawing/2014/main" id="{80A569D1-DB13-4BD9-8BA9-0DEAD98F893F}"/>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934067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462BDFDF-C29B-490D-B7E4-91359671192B}"/>
              </a:ext>
              <a:ext uri="{C183D7F6-B498-43B3-948B-1728B52AA6E4}">
                <adec:decorative xmlns:adec="http://schemas.microsoft.com/office/drawing/2017/decorative" val="1"/>
              </a:ext>
            </a:extLst>
          </p:cNvPr>
          <p:cNvSpPr/>
          <p:nvPr userDrawn="1"/>
        </p:nvSpPr>
        <p:spPr>
          <a:xfrm>
            <a:off x="0" y="0"/>
            <a:ext cx="12192000"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grpSp>
        <p:nvGrpSpPr>
          <p:cNvPr id="7" name="Group 6">
            <a:extLst>
              <a:ext uri="{FF2B5EF4-FFF2-40B4-BE49-F238E27FC236}">
                <a16:creationId xmlns:a16="http://schemas.microsoft.com/office/drawing/2014/main" id="{E733B2E6-29D0-4249-A0A5-82013CE168B9}"/>
              </a:ext>
              <a:ext uri="{C183D7F6-B498-43B3-948B-1728B52AA6E4}">
                <adec:decorative xmlns:adec="http://schemas.microsoft.com/office/drawing/2017/decorative" val="1"/>
              </a:ext>
            </a:extLst>
          </p:cNvPr>
          <p:cNvGrpSpPr/>
          <p:nvPr userDrawn="1"/>
        </p:nvGrpSpPr>
        <p:grpSpPr>
          <a:xfrm flipH="1">
            <a:off x="0" y="0"/>
            <a:ext cx="7724071" cy="6858000"/>
            <a:chOff x="4464881" y="0"/>
            <a:chExt cx="7724071" cy="6858000"/>
          </a:xfrm>
        </p:grpSpPr>
        <p:pic>
          <p:nvPicPr>
            <p:cNvPr id="8" name="Picture 7" descr="A picture containing holding&#10;&#10;Description automatically generated">
              <a:extLst>
                <a:ext uri="{FF2B5EF4-FFF2-40B4-BE49-F238E27FC236}">
                  <a16:creationId xmlns:a16="http://schemas.microsoft.com/office/drawing/2014/main" id="{13AED3CD-2B31-49BC-BC04-850E0AD360B6}"/>
                </a:ext>
              </a:extLst>
            </p:cNvPr>
            <p:cNvPicPr>
              <a:picLocks noChangeAspect="1"/>
            </p:cNvPicPr>
            <p:nvPr/>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pic>
          <p:nvPicPr>
            <p:cNvPr id="9" name="Picture 8" descr="A picture containing holding, flower&#10;&#10;Description automatically generated">
              <a:extLst>
                <a:ext uri="{FF2B5EF4-FFF2-40B4-BE49-F238E27FC236}">
                  <a16:creationId xmlns:a16="http://schemas.microsoft.com/office/drawing/2014/main" id="{D5FE2C96-BB8F-4A14-88E4-C871D91E28B3}"/>
                </a:ext>
              </a:extLst>
            </p:cNvPr>
            <p:cNvPicPr>
              <a:picLocks noChangeAspect="1"/>
            </p:cNvPicPr>
            <p:nvPr/>
          </p:nvPicPr>
          <p:blipFill>
            <a:blip r:embed="rId3">
              <a:duotone>
                <a:schemeClr val="accent6">
                  <a:shade val="45000"/>
                  <a:satMod val="135000"/>
                </a:schemeClr>
                <a:prstClr val="white"/>
              </a:duotone>
              <a:alphaModFix amt="7000"/>
              <a:extLst>
                <a:ext uri="{28A0092B-C50C-407E-A947-70E740481C1C}">
                  <a14:useLocalDpi xmlns:a14="http://schemas.microsoft.com/office/drawing/2010/main" val="0"/>
                </a:ext>
              </a:extLst>
            </a:blip>
            <a:stretch>
              <a:fillRect/>
            </a:stretch>
          </p:blipFill>
          <p:spPr>
            <a:xfrm rot="16200000">
              <a:off x="5412135" y="-947254"/>
              <a:ext cx="5562598" cy="7457106"/>
            </a:xfrm>
            <a:prstGeom prst="rect">
              <a:avLst/>
            </a:prstGeom>
            <a:effectLst>
              <a:softEdge rad="0"/>
            </a:effectLst>
          </p:spPr>
        </p:pic>
      </p:grpSp>
      <p:sp>
        <p:nvSpPr>
          <p:cNvPr id="10" name="Rectangle 9">
            <a:extLst>
              <a:ext uri="{FF2B5EF4-FFF2-40B4-BE49-F238E27FC236}">
                <a16:creationId xmlns:a16="http://schemas.microsoft.com/office/drawing/2014/main" id="{4F2C506E-3A15-4D88-8C7E-AE65D21F189B}"/>
              </a:ext>
              <a:ext uri="{C183D7F6-B498-43B3-948B-1728B52AA6E4}">
                <adec:decorative xmlns:adec="http://schemas.microsoft.com/office/drawing/2017/decorative" val="1"/>
              </a:ext>
            </a:extLst>
          </p:cNvPr>
          <p:cNvSpPr/>
          <p:nvPr userDrawn="1"/>
        </p:nvSpPr>
        <p:spPr>
          <a:xfrm>
            <a:off x="681228" y="685800"/>
            <a:ext cx="10820400" cy="5486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Title 1">
            <a:extLst>
              <a:ext uri="{FF2B5EF4-FFF2-40B4-BE49-F238E27FC236}">
                <a16:creationId xmlns:a16="http://schemas.microsoft.com/office/drawing/2014/main" id="{352D6351-AB6F-490B-97F2-D51C1478A1DC}"/>
              </a:ext>
            </a:extLst>
          </p:cNvPr>
          <p:cNvSpPr>
            <a:spLocks noGrp="1"/>
          </p:cNvSpPr>
          <p:nvPr>
            <p:ph type="ctrTitle"/>
          </p:nvPr>
        </p:nvSpPr>
        <p:spPr>
          <a:xfrm>
            <a:off x="1071223" y="1066800"/>
            <a:ext cx="5367527" cy="2833528"/>
          </a:xfrm>
        </p:spPr>
        <p:txBody>
          <a:bodyPr anchor="b">
            <a:normAutofit/>
          </a:bodyPr>
          <a:lstStyle/>
          <a:p>
            <a:pPr algn="l">
              <a:lnSpc>
                <a:spcPct val="100000"/>
              </a:lnSpc>
            </a:pPr>
            <a:r>
              <a:rPr lang="en-US" sz="4400" spc="120">
                <a:cs typeface="Posterama" panose="020B0504020200020000" pitchFamily="34" charset="0"/>
              </a:rPr>
              <a:t>Click to edit Master title style</a:t>
            </a:r>
            <a:endParaRPr lang="en-US" sz="4400" spc="120" dirty="0">
              <a:cs typeface="Posterama" panose="020B0504020200020000" pitchFamily="34" charset="0"/>
            </a:endParaRPr>
          </a:p>
        </p:txBody>
      </p:sp>
      <p:sp>
        <p:nvSpPr>
          <p:cNvPr id="12" name="Subtitle 2">
            <a:extLst>
              <a:ext uri="{FF2B5EF4-FFF2-40B4-BE49-F238E27FC236}">
                <a16:creationId xmlns:a16="http://schemas.microsoft.com/office/drawing/2014/main" id="{EF760311-9637-47CC-B0E7-6C8C307C6FDB}"/>
              </a:ext>
            </a:extLst>
          </p:cNvPr>
          <p:cNvSpPr>
            <a:spLocks noGrp="1"/>
          </p:cNvSpPr>
          <p:nvPr>
            <p:ph type="subTitle" idx="1"/>
          </p:nvPr>
        </p:nvSpPr>
        <p:spPr>
          <a:xfrm>
            <a:off x="1071223" y="4074784"/>
            <a:ext cx="5367526" cy="1640216"/>
          </a:xfrm>
        </p:spPr>
        <p:txBody>
          <a:bodyPr anchor="t"/>
          <a:lstStyle>
            <a:lvl1pPr marL="0" indent="0">
              <a:buNone/>
              <a:defRPr/>
            </a:lvl1pPr>
          </a:lstStyle>
          <a:p>
            <a:pPr algn="l">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6" name="Picture Placeholder 15">
            <a:extLst>
              <a:ext uri="{FF2B5EF4-FFF2-40B4-BE49-F238E27FC236}">
                <a16:creationId xmlns:a16="http://schemas.microsoft.com/office/drawing/2014/main" id="{89734E01-4E64-484E-9728-EF69422CB1D0}"/>
              </a:ext>
            </a:extLst>
          </p:cNvPr>
          <p:cNvSpPr>
            <a:spLocks noGrp="1"/>
          </p:cNvSpPr>
          <p:nvPr>
            <p:ph type="pic" sz="quarter" idx="13"/>
          </p:nvPr>
        </p:nvSpPr>
        <p:spPr>
          <a:xfrm>
            <a:off x="7013448" y="1014984"/>
            <a:ext cx="4123944" cy="2322576"/>
          </a:xfrm>
          <a:solidFill>
            <a:schemeClr val="accent6"/>
          </a:solidFill>
        </p:spPr>
        <p:txBody>
          <a:bodyPr/>
          <a:lstStyle/>
          <a:p>
            <a:r>
              <a:rPr lang="en-US"/>
              <a:t>Click icon to add picture</a:t>
            </a:r>
            <a:endParaRPr lang="en-US" dirty="0"/>
          </a:p>
        </p:txBody>
      </p:sp>
      <p:sp>
        <p:nvSpPr>
          <p:cNvPr id="17" name="Picture Placeholder 15">
            <a:extLst>
              <a:ext uri="{FF2B5EF4-FFF2-40B4-BE49-F238E27FC236}">
                <a16:creationId xmlns:a16="http://schemas.microsoft.com/office/drawing/2014/main" id="{7CA897AB-A280-4B5A-BEF5-C5D11D65353F}"/>
              </a:ext>
            </a:extLst>
          </p:cNvPr>
          <p:cNvSpPr>
            <a:spLocks noGrp="1"/>
          </p:cNvSpPr>
          <p:nvPr>
            <p:ph type="pic" sz="quarter" idx="14"/>
          </p:nvPr>
        </p:nvSpPr>
        <p:spPr>
          <a:xfrm>
            <a:off x="7013448" y="3511296"/>
            <a:ext cx="4123944" cy="2322576"/>
          </a:xfrm>
          <a:solidFill>
            <a:schemeClr val="accent6"/>
          </a:solidFill>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982019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5532319"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5532319"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6172200" y="1752600"/>
            <a:ext cx="5561106"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6172200" y="2666999"/>
            <a:ext cx="5561106"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r>
              <a:rPr lang="en-US" dirty="0"/>
              <a:t>20XX</a:t>
            </a:r>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52454116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C28C9-B8CC-413F-9FFA-626680E4A828}"/>
              </a:ext>
            </a:extLst>
          </p:cNvPr>
          <p:cNvSpPr>
            <a:spLocks noGrp="1"/>
          </p:cNvSpPr>
          <p:nvPr>
            <p:ph type="title"/>
          </p:nvPr>
        </p:nvSpPr>
        <p:spPr>
          <a:xfrm>
            <a:off x="458694" y="365125"/>
            <a:ext cx="11274612" cy="132556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B53FE72-9D42-45F5-A37F-B12130388AD5}"/>
              </a:ext>
            </a:extLst>
          </p:cNvPr>
          <p:cNvSpPr>
            <a:spLocks noGrp="1"/>
          </p:cNvSpPr>
          <p:nvPr>
            <p:ph type="body" idx="1"/>
          </p:nvPr>
        </p:nvSpPr>
        <p:spPr>
          <a:xfrm>
            <a:off x="465256" y="1752600"/>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EE3A31D-9B5F-4DE3-B18D-F7F77782EB46}"/>
              </a:ext>
            </a:extLst>
          </p:cNvPr>
          <p:cNvSpPr>
            <a:spLocks noGrp="1"/>
          </p:cNvSpPr>
          <p:nvPr>
            <p:ph sz="half" idx="2"/>
          </p:nvPr>
        </p:nvSpPr>
        <p:spPr>
          <a:xfrm>
            <a:off x="465256" y="2666999"/>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F0BE1D2D-822C-466C-A7B9-1A2D97366A41}"/>
              </a:ext>
            </a:extLst>
          </p:cNvPr>
          <p:cNvSpPr>
            <a:spLocks noGrp="1"/>
          </p:cNvSpPr>
          <p:nvPr>
            <p:ph type="body" sz="quarter" idx="3"/>
          </p:nvPr>
        </p:nvSpPr>
        <p:spPr>
          <a:xfrm>
            <a:off x="4453361" y="1752600"/>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6F13B2C-44CA-49C4-BC84-02AF1638F381}"/>
              </a:ext>
            </a:extLst>
          </p:cNvPr>
          <p:cNvSpPr>
            <a:spLocks noGrp="1"/>
          </p:cNvSpPr>
          <p:nvPr>
            <p:ph sz="quarter" idx="4"/>
          </p:nvPr>
        </p:nvSpPr>
        <p:spPr>
          <a:xfrm>
            <a:off x="4453361" y="2666999"/>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4">
            <a:extLst>
              <a:ext uri="{FF2B5EF4-FFF2-40B4-BE49-F238E27FC236}">
                <a16:creationId xmlns:a16="http://schemas.microsoft.com/office/drawing/2014/main" id="{17999667-FDE9-4EC7-9EF8-E64C5DA4B13D}"/>
              </a:ext>
            </a:extLst>
          </p:cNvPr>
          <p:cNvSpPr>
            <a:spLocks noGrp="1"/>
          </p:cNvSpPr>
          <p:nvPr>
            <p:ph type="body" sz="quarter" idx="13"/>
          </p:nvPr>
        </p:nvSpPr>
        <p:spPr>
          <a:xfrm>
            <a:off x="8441466" y="1757319"/>
            <a:ext cx="3291840" cy="823912"/>
          </a:xfrm>
        </p:spPr>
        <p:txBody>
          <a:bodyPr anchor="b"/>
          <a:lstStyle>
            <a:lvl1pPr marL="0" indent="0">
              <a:buNone/>
              <a:defRPr sz="2400" b="0" i="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1" name="Content Placeholder 5">
            <a:extLst>
              <a:ext uri="{FF2B5EF4-FFF2-40B4-BE49-F238E27FC236}">
                <a16:creationId xmlns:a16="http://schemas.microsoft.com/office/drawing/2014/main" id="{54466FB3-35A6-4045-8C46-5F6399D7B4C2}"/>
              </a:ext>
            </a:extLst>
          </p:cNvPr>
          <p:cNvSpPr>
            <a:spLocks noGrp="1"/>
          </p:cNvSpPr>
          <p:nvPr>
            <p:ph sz="quarter" idx="14"/>
          </p:nvPr>
        </p:nvSpPr>
        <p:spPr>
          <a:xfrm>
            <a:off x="8441466" y="2671718"/>
            <a:ext cx="3291840" cy="3522663"/>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3793CB55-E9C1-4CE6-9B61-81B71475B960}"/>
              </a:ext>
            </a:extLst>
          </p:cNvPr>
          <p:cNvSpPr>
            <a:spLocks noGrp="1"/>
          </p:cNvSpPr>
          <p:nvPr>
            <p:ph type="dt" sz="half" idx="10"/>
          </p:nvPr>
        </p:nvSpPr>
        <p:spPr/>
        <p:txBody>
          <a:bodyPr/>
          <a:lstStyle/>
          <a:p>
            <a:r>
              <a:rPr lang="en-US" dirty="0"/>
              <a:t>20XX</a:t>
            </a:r>
          </a:p>
        </p:txBody>
      </p:sp>
      <p:sp>
        <p:nvSpPr>
          <p:cNvPr id="8" name="Footer Placeholder 7">
            <a:extLst>
              <a:ext uri="{FF2B5EF4-FFF2-40B4-BE49-F238E27FC236}">
                <a16:creationId xmlns:a16="http://schemas.microsoft.com/office/drawing/2014/main" id="{0DF22318-747B-4EC9-862C-D9FD488CCCE9}"/>
              </a:ext>
            </a:extLst>
          </p:cNvPr>
          <p:cNvSpPr>
            <a:spLocks noGrp="1"/>
          </p:cNvSpPr>
          <p:nvPr>
            <p:ph type="ftr" sz="quarter" idx="11"/>
          </p:nvPr>
        </p:nvSpPr>
        <p:spPr/>
        <p:txBody>
          <a:bodyPr/>
          <a:lstStyle/>
          <a:p>
            <a:r>
              <a:rPr lang="en-US" dirty="0"/>
              <a:t>Sample Footer Text</a:t>
            </a:r>
          </a:p>
        </p:txBody>
      </p:sp>
      <p:sp>
        <p:nvSpPr>
          <p:cNvPr id="9" name="Slide Number Placeholder 8">
            <a:extLst>
              <a:ext uri="{FF2B5EF4-FFF2-40B4-BE49-F238E27FC236}">
                <a16:creationId xmlns:a16="http://schemas.microsoft.com/office/drawing/2014/main" id="{0CFBDDDF-16BD-438D-937D-0E3E30E74E86}"/>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7204776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ummary">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CE62CE4B-3BFB-4501-B59A-0ED68CF6127A}"/>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14" name="Title 1">
            <a:extLst>
              <a:ext uri="{FF2B5EF4-FFF2-40B4-BE49-F238E27FC236}">
                <a16:creationId xmlns:a16="http://schemas.microsoft.com/office/drawing/2014/main" id="{DF608493-BDCD-43BD-A3CC-24E7502763F3}"/>
              </a:ext>
            </a:extLst>
          </p:cNvPr>
          <p:cNvSpPr>
            <a:spLocks noGrp="1"/>
          </p:cNvSpPr>
          <p:nvPr>
            <p:ph type="title"/>
          </p:nvPr>
        </p:nvSpPr>
        <p:spPr>
          <a:xfrm>
            <a:off x="838200" y="393192"/>
            <a:ext cx="4524956" cy="2130552"/>
          </a:xfrm>
        </p:spPr>
        <p:txBody>
          <a:bodyPr>
            <a:noAutofit/>
          </a:bodyPr>
          <a:lstStyle/>
          <a:p>
            <a:pPr>
              <a:lnSpc>
                <a:spcPct val="100000"/>
              </a:lnSpc>
            </a:pPr>
            <a:r>
              <a:rPr lang="en-US" spc="120">
                <a:cs typeface="Posterama" panose="020B0504020200020000" pitchFamily="34" charset="0"/>
              </a:rPr>
              <a:t>Click to edit Master title style</a:t>
            </a:r>
            <a:endParaRPr lang="en-US" spc="120" dirty="0">
              <a:cs typeface="Posterama" panose="020B0504020200020000" pitchFamily="34" charset="0"/>
            </a:endParaRPr>
          </a:p>
        </p:txBody>
      </p:sp>
      <p:sp>
        <p:nvSpPr>
          <p:cNvPr id="15" name="Content Placeholder 2">
            <a:extLst>
              <a:ext uri="{FF2B5EF4-FFF2-40B4-BE49-F238E27FC236}">
                <a16:creationId xmlns:a16="http://schemas.microsoft.com/office/drawing/2014/main" id="{F3B9F353-002B-4A4D-A316-70D952EDAE7E}"/>
              </a:ext>
            </a:extLst>
          </p:cNvPr>
          <p:cNvSpPr>
            <a:spLocks noGrp="1"/>
          </p:cNvSpPr>
          <p:nvPr>
            <p:ph idx="1"/>
          </p:nvPr>
        </p:nvSpPr>
        <p:spPr>
          <a:xfrm>
            <a:off x="838200" y="2727297"/>
            <a:ext cx="4524664" cy="3412969"/>
          </a:xfrm>
        </p:spPr>
        <p:txBody>
          <a:bodyPr anchor="ctr" anchorCtr="0">
            <a:normAutofit/>
          </a:bodyPr>
          <a:lstStyle>
            <a:lvl1pPr marL="0" indent="0">
              <a:lnSpc>
                <a:spcPct val="100000"/>
              </a:lnSpc>
              <a:buNone/>
              <a:defRPr sz="1800"/>
            </a:lvl1pPr>
          </a:lstStyle>
          <a:p>
            <a:pPr lvl="0">
              <a:lnSpc>
                <a:spcPct val="110000"/>
              </a:lnSpc>
            </a:pPr>
            <a:r>
              <a:rPr lang="en-US" sz="1800"/>
              <a:t>Click to edit Master text styles</a:t>
            </a:r>
          </a:p>
        </p:txBody>
      </p:sp>
      <p:pic>
        <p:nvPicPr>
          <p:cNvPr id="16" name="Picture 15">
            <a:extLst>
              <a:ext uri="{FF2B5EF4-FFF2-40B4-BE49-F238E27FC236}">
                <a16:creationId xmlns:a16="http://schemas.microsoft.com/office/drawing/2014/main" id="{F9890B2B-FFC6-4C7C-A617-67144F1E3C51}"/>
              </a:ext>
              <a:ext uri="{C183D7F6-B498-43B3-948B-1728B52AA6E4}">
                <adec:decorative xmlns:adec="http://schemas.microsoft.com/office/drawing/2017/decorative" val="1"/>
              </a:ext>
            </a:extLst>
          </p:cNvPr>
          <p:cNvPicPr>
            <a:picLocks noChangeAspect="1"/>
          </p:cNvPicPr>
          <p:nvPr userDrawn="1"/>
        </p:nvPicPr>
        <p:blipFill>
          <a:blip r:embed="rId2">
            <a:duotone>
              <a:schemeClr val="accent6">
                <a:shade val="45000"/>
                <a:satMod val="135000"/>
              </a:schemeClr>
              <a:prstClr val="white"/>
            </a:duotone>
            <a:alphaModFix amt="15000"/>
            <a:extLst>
              <a:ext uri="{28A0092B-C50C-407E-A947-70E740481C1C}">
                <a14:useLocalDpi xmlns:a14="http://schemas.microsoft.com/office/drawing/2010/main" val="0"/>
              </a:ext>
            </a:extLst>
          </a:blip>
          <a:stretch>
            <a:fillRect/>
          </a:stretch>
        </p:blipFill>
        <p:spPr>
          <a:xfrm>
            <a:off x="7073255" y="0"/>
            <a:ext cx="5115697" cy="6858000"/>
          </a:xfrm>
          <a:prstGeom prst="rect">
            <a:avLst/>
          </a:prstGeom>
        </p:spPr>
      </p:pic>
      <p:sp>
        <p:nvSpPr>
          <p:cNvPr id="24" name="Picture Placeholder 23">
            <a:extLst>
              <a:ext uri="{FF2B5EF4-FFF2-40B4-BE49-F238E27FC236}">
                <a16:creationId xmlns:a16="http://schemas.microsoft.com/office/drawing/2014/main" id="{8CD8768C-8806-4DE0-82CC-275A2EC6D47D}"/>
              </a:ext>
            </a:extLst>
          </p:cNvPr>
          <p:cNvSpPr>
            <a:spLocks noGrp="1"/>
          </p:cNvSpPr>
          <p:nvPr>
            <p:ph type="pic" sz="quarter" idx="13"/>
          </p:nvPr>
        </p:nvSpPr>
        <p:spPr>
          <a:xfrm>
            <a:off x="5879592" y="740664"/>
            <a:ext cx="2798762" cy="2606040"/>
          </a:xfrm>
          <a:solidFill>
            <a:schemeClr val="accent6"/>
          </a:solidFill>
        </p:spPr>
        <p:txBody>
          <a:bodyPr/>
          <a:lstStyle/>
          <a:p>
            <a:r>
              <a:rPr lang="en-US"/>
              <a:t>Click icon to add picture</a:t>
            </a:r>
            <a:endParaRPr lang="en-US" dirty="0"/>
          </a:p>
        </p:txBody>
      </p:sp>
      <p:sp>
        <p:nvSpPr>
          <p:cNvPr id="25" name="Picture Placeholder 23">
            <a:extLst>
              <a:ext uri="{FF2B5EF4-FFF2-40B4-BE49-F238E27FC236}">
                <a16:creationId xmlns:a16="http://schemas.microsoft.com/office/drawing/2014/main" id="{68CB9DF9-86EB-48CF-B212-F2B290C56FFF}"/>
              </a:ext>
            </a:extLst>
          </p:cNvPr>
          <p:cNvSpPr>
            <a:spLocks noGrp="1"/>
          </p:cNvSpPr>
          <p:nvPr>
            <p:ph type="pic" sz="quarter" idx="14"/>
          </p:nvPr>
        </p:nvSpPr>
        <p:spPr>
          <a:xfrm>
            <a:off x="8878824" y="740664"/>
            <a:ext cx="2798762" cy="2606040"/>
          </a:xfrm>
          <a:solidFill>
            <a:schemeClr val="accent6"/>
          </a:solidFill>
        </p:spPr>
        <p:txBody>
          <a:bodyPr/>
          <a:lstStyle/>
          <a:p>
            <a:r>
              <a:rPr lang="en-US"/>
              <a:t>Click icon to add picture</a:t>
            </a:r>
            <a:endParaRPr lang="en-US" dirty="0"/>
          </a:p>
        </p:txBody>
      </p:sp>
      <p:sp>
        <p:nvSpPr>
          <p:cNvPr id="26" name="Picture Placeholder 23">
            <a:extLst>
              <a:ext uri="{FF2B5EF4-FFF2-40B4-BE49-F238E27FC236}">
                <a16:creationId xmlns:a16="http://schemas.microsoft.com/office/drawing/2014/main" id="{554B2207-3993-41B6-AF63-EBB48DACAB8F}"/>
              </a:ext>
            </a:extLst>
          </p:cNvPr>
          <p:cNvSpPr>
            <a:spLocks noGrp="1"/>
          </p:cNvSpPr>
          <p:nvPr>
            <p:ph type="pic" sz="quarter" idx="15"/>
          </p:nvPr>
        </p:nvSpPr>
        <p:spPr>
          <a:xfrm>
            <a:off x="5879592" y="3529584"/>
            <a:ext cx="2798762" cy="2606040"/>
          </a:xfrm>
          <a:solidFill>
            <a:schemeClr val="accent6"/>
          </a:solidFill>
        </p:spPr>
        <p:txBody>
          <a:bodyPr/>
          <a:lstStyle/>
          <a:p>
            <a:r>
              <a:rPr lang="en-US"/>
              <a:t>Click icon to add picture</a:t>
            </a:r>
            <a:endParaRPr lang="en-US" dirty="0"/>
          </a:p>
        </p:txBody>
      </p:sp>
      <p:sp>
        <p:nvSpPr>
          <p:cNvPr id="27" name="Picture Placeholder 23">
            <a:extLst>
              <a:ext uri="{FF2B5EF4-FFF2-40B4-BE49-F238E27FC236}">
                <a16:creationId xmlns:a16="http://schemas.microsoft.com/office/drawing/2014/main" id="{DE0340D8-BC7E-4431-A7A7-8D634C8A19F6}"/>
              </a:ext>
            </a:extLst>
          </p:cNvPr>
          <p:cNvSpPr>
            <a:spLocks noGrp="1"/>
          </p:cNvSpPr>
          <p:nvPr>
            <p:ph type="pic" sz="quarter" idx="16"/>
          </p:nvPr>
        </p:nvSpPr>
        <p:spPr>
          <a:xfrm>
            <a:off x="8869680" y="3529584"/>
            <a:ext cx="2798762" cy="2606040"/>
          </a:xfrm>
          <a:solidFill>
            <a:schemeClr val="accent6"/>
          </a:solidFill>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9584114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A7F5322-A9D1-4D98-A1BC-9178604ABFF7}"/>
              </a:ext>
              <a:ext uri="{C183D7F6-B498-43B3-948B-1728B52AA6E4}">
                <adec:decorative xmlns:adec="http://schemas.microsoft.com/office/drawing/2017/decorative" val="1"/>
              </a:ext>
            </a:extLst>
          </p:cNvPr>
          <p:cNvSpPr/>
          <p:nvPr userDrawn="1"/>
        </p:nvSpPr>
        <p:spPr>
          <a:xfrm>
            <a:off x="0" y="0"/>
            <a:ext cx="12188952" cy="6858000"/>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7" name="Title 1">
            <a:extLst>
              <a:ext uri="{FF2B5EF4-FFF2-40B4-BE49-F238E27FC236}">
                <a16:creationId xmlns:a16="http://schemas.microsoft.com/office/drawing/2014/main" id="{E70C34FA-2551-4FBC-8628-350654823484}"/>
              </a:ext>
            </a:extLst>
          </p:cNvPr>
          <p:cNvSpPr>
            <a:spLocks noGrp="1"/>
          </p:cNvSpPr>
          <p:nvPr>
            <p:ph type="ctrTitle"/>
          </p:nvPr>
        </p:nvSpPr>
        <p:spPr>
          <a:xfrm>
            <a:off x="996275" y="394623"/>
            <a:ext cx="5996619" cy="2131033"/>
          </a:xfrm>
        </p:spPr>
        <p:txBody>
          <a:bodyPr anchor="ctr">
            <a:normAutofit/>
          </a:bodyPr>
          <a:lstStyle/>
          <a:p>
            <a:pPr algn="l"/>
            <a:r>
              <a:rPr lang="en-US" sz="4400">
                <a:cs typeface="Posterama" panose="020B0504020200020000" pitchFamily="34" charset="0"/>
              </a:rPr>
              <a:t>Click to edit Master title style</a:t>
            </a:r>
            <a:endParaRPr lang="en-US" sz="4400" dirty="0">
              <a:cs typeface="Posterama" panose="020B0504020200020000" pitchFamily="34" charset="0"/>
            </a:endParaRPr>
          </a:p>
        </p:txBody>
      </p:sp>
      <p:grpSp>
        <p:nvGrpSpPr>
          <p:cNvPr id="8" name="Group 7">
            <a:extLst>
              <a:ext uri="{FF2B5EF4-FFF2-40B4-BE49-F238E27FC236}">
                <a16:creationId xmlns:a16="http://schemas.microsoft.com/office/drawing/2014/main" id="{C158CD79-85EA-4D75-A743-D3DB777D14A9}"/>
              </a:ext>
              <a:ext uri="{C183D7F6-B498-43B3-948B-1728B52AA6E4}">
                <adec:decorative xmlns:adec="http://schemas.microsoft.com/office/drawing/2017/decorative" val="1"/>
              </a:ext>
            </a:extLst>
          </p:cNvPr>
          <p:cNvGrpSpPr/>
          <p:nvPr userDrawn="1"/>
        </p:nvGrpSpPr>
        <p:grpSpPr>
          <a:xfrm flipV="1">
            <a:off x="8194385" y="20961"/>
            <a:ext cx="3997615" cy="6816079"/>
            <a:chOff x="8059620" y="41922"/>
            <a:chExt cx="3997615" cy="6816077"/>
          </a:xfrm>
        </p:grpSpPr>
        <p:pic>
          <p:nvPicPr>
            <p:cNvPr id="9" name="Picture 8" descr="A picture containing sitting, dark, front, cat&#10;&#10;Description automatically generated">
              <a:extLst>
                <a:ext uri="{FF2B5EF4-FFF2-40B4-BE49-F238E27FC236}">
                  <a16:creationId xmlns:a16="http://schemas.microsoft.com/office/drawing/2014/main" id="{50D423CE-750A-48C7-B236-F510652FEDC8}"/>
                </a:ext>
              </a:extLst>
            </p:cNvPr>
            <p:cNvPicPr>
              <a:picLocks noChangeAspect="1"/>
            </p:cNvPicPr>
            <p:nvPr/>
          </p:nvPicPr>
          <p:blipFill rotWithShape="1">
            <a:blip r:embed="rId2" cstate="screen">
              <a:duotone>
                <a:schemeClr val="accent6">
                  <a:shade val="45000"/>
                  <a:satMod val="135000"/>
                </a:schemeClr>
                <a:prstClr val="white"/>
              </a:duotone>
              <a:alphaModFix amt="7000"/>
              <a:extLst>
                <a:ext uri="{28A0092B-C50C-407E-A947-70E740481C1C}">
                  <a14:useLocalDpi xmlns:a14="http://schemas.microsoft.com/office/drawing/2010/main" val="0"/>
                </a:ext>
              </a:extLst>
            </a:blip>
            <a:srcRect/>
            <a:stretch/>
          </p:blipFill>
          <p:spPr>
            <a:xfrm flipH="1">
              <a:off x="8059620" y="1345934"/>
              <a:ext cx="3997615" cy="5512065"/>
            </a:xfrm>
            <a:prstGeom prst="rect">
              <a:avLst/>
            </a:prstGeom>
          </p:spPr>
        </p:pic>
        <p:pic>
          <p:nvPicPr>
            <p:cNvPr id="10" name="Picture 9" descr="A picture containing sitting, dark, front, cat&#10;&#10;Description automatically generated">
              <a:extLst>
                <a:ext uri="{FF2B5EF4-FFF2-40B4-BE49-F238E27FC236}">
                  <a16:creationId xmlns:a16="http://schemas.microsoft.com/office/drawing/2014/main" id="{F198B21E-DBB4-4FAF-85E2-0929E6BFC041}"/>
                </a:ext>
              </a:extLst>
            </p:cNvPr>
            <p:cNvPicPr>
              <a:picLocks noChangeAspect="1"/>
            </p:cNvPicPr>
            <p:nvPr/>
          </p:nvPicPr>
          <p:blipFill rotWithShape="1">
            <a:blip r:embed="rId3" cstate="screen">
              <a:duotone>
                <a:schemeClr val="accent6">
                  <a:shade val="45000"/>
                  <a:satMod val="135000"/>
                </a:schemeClr>
                <a:prstClr val="white"/>
              </a:duotone>
              <a:alphaModFix amt="15000"/>
              <a:extLst>
                <a:ext uri="{28A0092B-C50C-407E-A947-70E740481C1C}">
                  <a14:useLocalDpi xmlns:a14="http://schemas.microsoft.com/office/drawing/2010/main" val="0"/>
                </a:ext>
              </a:extLst>
            </a:blip>
            <a:srcRect/>
            <a:stretch/>
          </p:blipFill>
          <p:spPr>
            <a:xfrm>
              <a:off x="8915400" y="41922"/>
              <a:ext cx="3141835" cy="6816077"/>
            </a:xfrm>
            <a:prstGeom prst="rect">
              <a:avLst/>
            </a:prstGeom>
          </p:spPr>
        </p:pic>
      </p:grpSp>
      <p:sp>
        <p:nvSpPr>
          <p:cNvPr id="11" name="Subtitle 2">
            <a:extLst>
              <a:ext uri="{FF2B5EF4-FFF2-40B4-BE49-F238E27FC236}">
                <a16:creationId xmlns:a16="http://schemas.microsoft.com/office/drawing/2014/main" id="{AD9BB445-59C3-4B51-9237-1F7AC9B09F56}"/>
              </a:ext>
            </a:extLst>
          </p:cNvPr>
          <p:cNvSpPr>
            <a:spLocks noGrp="1"/>
          </p:cNvSpPr>
          <p:nvPr>
            <p:ph type="subTitle" idx="1"/>
          </p:nvPr>
        </p:nvSpPr>
        <p:spPr>
          <a:xfrm>
            <a:off x="7185429" y="381000"/>
            <a:ext cx="3997745" cy="2133600"/>
          </a:xfrm>
        </p:spPr>
        <p:txBody>
          <a:bodyPr anchor="ctr"/>
          <a:lstStyle>
            <a:lvl1pPr marL="0" indent="0">
              <a:buNone/>
              <a:defRPr/>
            </a:lvl1pPr>
          </a:lstStyle>
          <a:p>
            <a:pPr algn="l">
              <a:lnSpc>
                <a:spcPct val="110000"/>
              </a:lnSpc>
            </a:pPr>
            <a:r>
              <a:rPr lang="en-US" sz="2200">
                <a:cs typeface="Segoe UI Semilight" panose="020B0402040204020203" pitchFamily="34" charset="0"/>
              </a:rPr>
              <a:t>Click to edit Master subtitle style</a:t>
            </a:r>
            <a:endParaRPr lang="en-US" sz="2200" dirty="0">
              <a:cs typeface="Segoe UI Semilight" panose="020B0402040204020203" pitchFamily="34" charset="0"/>
            </a:endParaRPr>
          </a:p>
        </p:txBody>
      </p:sp>
      <p:sp>
        <p:nvSpPr>
          <p:cNvPr id="15" name="Picture Placeholder 14">
            <a:extLst>
              <a:ext uri="{FF2B5EF4-FFF2-40B4-BE49-F238E27FC236}">
                <a16:creationId xmlns:a16="http://schemas.microsoft.com/office/drawing/2014/main" id="{969566B9-A8AF-4476-A32A-4AEFC46430F4}"/>
              </a:ext>
            </a:extLst>
          </p:cNvPr>
          <p:cNvSpPr>
            <a:spLocks noGrp="1"/>
          </p:cNvSpPr>
          <p:nvPr>
            <p:ph type="pic" sz="quarter" idx="13"/>
          </p:nvPr>
        </p:nvSpPr>
        <p:spPr>
          <a:xfrm>
            <a:off x="813816" y="2670048"/>
            <a:ext cx="5175504" cy="3639312"/>
          </a:xfrm>
          <a:solidFill>
            <a:schemeClr val="accent6"/>
          </a:solidFill>
        </p:spPr>
        <p:txBody>
          <a:bodyPr/>
          <a:lstStyle/>
          <a:p>
            <a:r>
              <a:rPr lang="en-US"/>
              <a:t>Click icon to add picture</a:t>
            </a:r>
            <a:endParaRPr lang="en-US" dirty="0"/>
          </a:p>
        </p:txBody>
      </p:sp>
      <p:sp>
        <p:nvSpPr>
          <p:cNvPr id="16" name="Picture Placeholder 14">
            <a:extLst>
              <a:ext uri="{FF2B5EF4-FFF2-40B4-BE49-F238E27FC236}">
                <a16:creationId xmlns:a16="http://schemas.microsoft.com/office/drawing/2014/main" id="{10391AAE-35A8-4BEC-BF35-22153B1436B8}"/>
              </a:ext>
            </a:extLst>
          </p:cNvPr>
          <p:cNvSpPr>
            <a:spLocks noGrp="1"/>
          </p:cNvSpPr>
          <p:nvPr>
            <p:ph type="pic" sz="quarter" idx="14"/>
          </p:nvPr>
        </p:nvSpPr>
        <p:spPr>
          <a:xfrm>
            <a:off x="6190488" y="2670048"/>
            <a:ext cx="5175504" cy="3639312"/>
          </a:xfrm>
          <a:solidFill>
            <a:schemeClr val="accent6"/>
          </a:solidFill>
        </p:spPr>
        <p:txBody>
          <a:bodyPr/>
          <a:lstStyle/>
          <a:p>
            <a:r>
              <a:rPr lang="en-US"/>
              <a:t>Click icon to add picture</a:t>
            </a:r>
            <a:endParaRPr lang="en-US" dirty="0"/>
          </a:p>
        </p:txBody>
      </p:sp>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2681652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F9204-3F29-4C3A-BA41-3063400202C4}"/>
              </a:ext>
            </a:extLst>
          </p:cNvPr>
          <p:cNvSpPr>
            <a:spLocks noGrp="1"/>
          </p:cNvSpPr>
          <p:nvPr>
            <p:ph type="ctrTitle"/>
          </p:nvPr>
        </p:nvSpPr>
        <p:spPr>
          <a:xfrm>
            <a:off x="1524000" y="1122363"/>
            <a:ext cx="9144000" cy="2387600"/>
          </a:xfrm>
        </p:spPr>
        <p:txBody>
          <a:bodyPr anchor="b"/>
          <a:lstStyle>
            <a:lvl1pPr algn="ctr">
              <a:defRPr sz="4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03393CD-7262-4AC7-80E6-52FE6F3F39BA}"/>
              </a:ext>
            </a:extLst>
          </p:cNvPr>
          <p:cNvSpPr>
            <a:spLocks noGrp="1"/>
          </p:cNvSpPr>
          <p:nvPr>
            <p:ph type="subTitle" idx="1"/>
          </p:nvPr>
        </p:nvSpPr>
        <p:spPr>
          <a:xfrm>
            <a:off x="1524000" y="3602038"/>
            <a:ext cx="9144000" cy="1655762"/>
          </a:xfrm>
        </p:spPr>
        <p:txBody>
          <a:bodyPr/>
          <a:lstStyle>
            <a:lvl1pPr marL="0" indent="0" algn="ctr">
              <a:buNone/>
              <a:defRPr sz="2000">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7288192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20B05-7BF6-4073-9106-FA19E97273CB}"/>
              </a:ext>
            </a:extLst>
          </p:cNvPr>
          <p:cNvSpPr>
            <a:spLocks noGrp="1"/>
          </p:cNvSpPr>
          <p:nvPr>
            <p:ph type="title"/>
          </p:nvPr>
        </p:nvSpPr>
        <p:spPr>
          <a:xfrm>
            <a:off x="831850" y="1709738"/>
            <a:ext cx="10515600" cy="2852737"/>
          </a:xfrm>
        </p:spPr>
        <p:txBody>
          <a:bodyPr anchor="b"/>
          <a:lstStyle>
            <a:lvl1pPr>
              <a:defRPr sz="44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4E8EE8D7-6B58-4A3F-9DD5-E563D5192A68}"/>
              </a:ext>
            </a:extLst>
          </p:cNvPr>
          <p:cNvSpPr>
            <a:spLocks noGrp="1"/>
          </p:cNvSpPr>
          <p:nvPr>
            <p:ph type="body" idx="1"/>
          </p:nvPr>
        </p:nvSpPr>
        <p:spPr>
          <a:xfrm>
            <a:off x="831850" y="4589463"/>
            <a:ext cx="10515600" cy="1500187"/>
          </a:xfrm>
        </p:spPr>
        <p:txBody>
          <a:bodyPr/>
          <a:lstStyle>
            <a:lvl1pPr marL="0" indent="0">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16013596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B71F12-2D88-4F76-AF46-BD5156C127A9}"/>
              </a:ext>
            </a:extLst>
          </p:cNvPr>
          <p:cNvSpPr>
            <a:spLocks noGrp="1"/>
          </p:cNvSpPr>
          <p:nvPr>
            <p:ph type="title"/>
          </p:nvPr>
        </p:nvSpPr>
        <p:spPr>
          <a:xfrm>
            <a:off x="458694" y="365760"/>
            <a:ext cx="10895106" cy="1325563"/>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E6E1AA46-E3EB-4704-B019-F90F1E6177A5}"/>
              </a:ext>
            </a:extLst>
          </p:cNvPr>
          <p:cNvSpPr>
            <a:spLocks noGrp="1"/>
          </p:cNvSpPr>
          <p:nvPr>
            <p:ph sz="half" idx="1"/>
          </p:nvPr>
        </p:nvSpPr>
        <p:spPr>
          <a:xfrm>
            <a:off x="458695" y="1825625"/>
            <a:ext cx="5561106"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5C17480F-A530-4D05-9A22-E573FB4BA620}"/>
              </a:ext>
            </a:extLst>
          </p:cNvPr>
          <p:cNvSpPr>
            <a:spLocks noGrp="1"/>
          </p:cNvSpPr>
          <p:nvPr>
            <p:ph sz="half" idx="2"/>
          </p:nvPr>
        </p:nvSpPr>
        <p:spPr>
          <a:xfrm>
            <a:off x="6172199" y="1825625"/>
            <a:ext cx="556110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55B56FDA-C47A-4F4A-A364-BA60A25AB90A}"/>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7326D8DD-6D84-44D4-8A1B-57615B3ED835}"/>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14C8FE31-B577-4017-8AFE-A8BA09596E9C}"/>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20199478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933BE2-665A-42DA-A3B7-835F81A3F46B}"/>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634DBCBD-AD42-432D-ABA9-20D616AF3ED7}"/>
              </a:ext>
            </a:extLst>
          </p:cNvPr>
          <p:cNvSpPr>
            <a:spLocks noGrp="1"/>
          </p:cNvSpPr>
          <p:nvPr>
            <p:ph type="ftr" sz="quarter" idx="11"/>
          </p:nvPr>
        </p:nvSpPr>
        <p:spPr/>
        <p:txBody>
          <a:bodyPr/>
          <a:lstStyle/>
          <a:p>
            <a:r>
              <a:rPr lang="en-US" dirty="0"/>
              <a:t>Sample Footer Text</a:t>
            </a:r>
          </a:p>
        </p:txBody>
      </p:sp>
      <p:sp>
        <p:nvSpPr>
          <p:cNvPr id="4" name="Slide Number Placeholder 3">
            <a:extLst>
              <a:ext uri="{FF2B5EF4-FFF2-40B4-BE49-F238E27FC236}">
                <a16:creationId xmlns:a16="http://schemas.microsoft.com/office/drawing/2014/main" id="{EE140251-3596-4673-B24B-59A6F9ED8FB3}"/>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319721292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6A81A1-6D8E-4DD6-8E49-DABDE6D107E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693F18F-F78D-4A31-A6BC-6552105BCF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582C2F4-BDF4-4A4F-AA3D-52692932C2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113850F-5C87-4F08-9658-EAF049B60EB0}"/>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210BCE9A-A746-4439-B5D3-966FBC8E5FC2}"/>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E41D3B51-AA2E-4AA1-8062-A0D476D80CCB}"/>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172679837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02CF7-F453-4B3E-9510-D747979878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3E2A1B9-8A2A-4B49-8B79-76D3EEB36B4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D9FEA03-0EC4-4085-AE63-4AA492D61A9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05AD5B-0DEA-4C6F-94D2-FAA99F2E5DA9}"/>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F0DC6744-7CBA-4A1D-8F87-10699F9812F3}"/>
              </a:ext>
            </a:extLst>
          </p:cNvPr>
          <p:cNvSpPr>
            <a:spLocks noGrp="1"/>
          </p:cNvSpPr>
          <p:nvPr>
            <p:ph type="ftr" sz="quarter" idx="11"/>
          </p:nvPr>
        </p:nvSpPr>
        <p:spPr/>
        <p:txBody>
          <a:bodyPr/>
          <a:lstStyle/>
          <a:p>
            <a:r>
              <a:rPr lang="en-US" dirty="0"/>
              <a:t>Sample Footer Text</a:t>
            </a:r>
          </a:p>
        </p:txBody>
      </p:sp>
      <p:sp>
        <p:nvSpPr>
          <p:cNvPr id="7" name="Slide Number Placeholder 6">
            <a:extLst>
              <a:ext uri="{FF2B5EF4-FFF2-40B4-BE49-F238E27FC236}">
                <a16:creationId xmlns:a16="http://schemas.microsoft.com/office/drawing/2014/main" id="{DEAD9048-35FF-4BE9-8157-BE4BAA1C7251}"/>
              </a:ext>
            </a:extLst>
          </p:cNvPr>
          <p:cNvSpPr>
            <a:spLocks noGrp="1"/>
          </p:cNvSpPr>
          <p:nvPr>
            <p:ph type="sldNum" sz="quarter" idx="12"/>
          </p:nvPr>
        </p:nvSpPr>
        <p:spPr/>
        <p:txBody>
          <a:bodyPr/>
          <a:lstStyle/>
          <a:p>
            <a:fld id="{73B850FF-6169-4056-8077-06FFA93A5366}" type="slidenum">
              <a:rPr lang="en-US" smtClean="0"/>
              <a:t>‹#›</a:t>
            </a:fld>
            <a:endParaRPr lang="en-US" dirty="0"/>
          </a:p>
        </p:txBody>
      </p:sp>
    </p:spTree>
    <p:extLst>
      <p:ext uri="{BB962C8B-B14F-4D97-AF65-F5344CB8AC3E}">
        <p14:creationId xmlns:p14="http://schemas.microsoft.com/office/powerpoint/2010/main" val="656986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BABF38A-8A0D-492E-BD20-6CF4D46B50BD}"/>
              </a:ext>
              <a:ext uri="{C183D7F6-B498-43B3-948B-1728B52AA6E4}">
                <adec:decorative xmlns:adec="http://schemas.microsoft.com/office/drawing/2017/decorative" val="1"/>
              </a:ext>
            </a:extLst>
          </p:cNvPr>
          <p:cNvSpPr/>
          <p:nvPr/>
        </p:nvSpPr>
        <p:spPr>
          <a:xfrm>
            <a:off x="0" y="0"/>
            <a:ext cx="12192000" cy="6858004"/>
          </a:xfrm>
          <a:prstGeom prst="rect">
            <a:avLst/>
          </a:prstGeom>
          <a:solidFill>
            <a:schemeClr val="bg2">
              <a:lumMod val="9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lumMod val="65000"/>
                  <a:lumOff val="35000"/>
                </a:schemeClr>
              </a:solidFill>
              <a:latin typeface="AvenirNext LT Pro Medium" panose="020B0504020202020204" pitchFamily="34" charset="0"/>
            </a:endParaRPr>
          </a:p>
        </p:txBody>
      </p:sp>
      <p:sp>
        <p:nvSpPr>
          <p:cNvPr id="2" name="Title Placeholder 1">
            <a:extLst>
              <a:ext uri="{FF2B5EF4-FFF2-40B4-BE49-F238E27FC236}">
                <a16:creationId xmlns:a16="http://schemas.microsoft.com/office/drawing/2014/main" id="{E9984D45-0ED3-4D03-8E44-5E355C9134F1}"/>
              </a:ext>
            </a:extLst>
          </p:cNvPr>
          <p:cNvSpPr>
            <a:spLocks noGrp="1"/>
          </p:cNvSpPr>
          <p:nvPr>
            <p:ph type="title"/>
          </p:nvPr>
        </p:nvSpPr>
        <p:spPr>
          <a:xfrm>
            <a:off x="458694" y="425450"/>
            <a:ext cx="11274612"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1F687D6E-D1E9-489C-9AA9-3575C39BAA0B}"/>
              </a:ext>
            </a:extLst>
          </p:cNvPr>
          <p:cNvSpPr>
            <a:spLocks noGrp="1"/>
          </p:cNvSpPr>
          <p:nvPr>
            <p:ph type="body" idx="1"/>
          </p:nvPr>
        </p:nvSpPr>
        <p:spPr>
          <a:xfrm>
            <a:off x="458694" y="1949450"/>
            <a:ext cx="11274612" cy="41957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6364E9C-08EE-4B1B-B3FC-D6D997F4EA38}"/>
              </a:ext>
            </a:extLst>
          </p:cNvPr>
          <p:cNvSpPr>
            <a:spLocks noGrp="1"/>
          </p:cNvSpPr>
          <p:nvPr>
            <p:ph type="dt" sz="half" idx="2"/>
          </p:nvPr>
        </p:nvSpPr>
        <p:spPr>
          <a:xfrm>
            <a:off x="458694" y="6416675"/>
            <a:ext cx="2743200" cy="365125"/>
          </a:xfrm>
          <a:prstGeom prst="rect">
            <a:avLst/>
          </a:prstGeom>
        </p:spPr>
        <p:txBody>
          <a:bodyPr vert="horz" lIns="91440" tIns="45720" rIns="91440" bIns="45720" rtlCol="0" anchor="ctr"/>
          <a:lstStyle>
            <a:lvl1pPr algn="l">
              <a:defRPr sz="900">
                <a:solidFill>
                  <a:schemeClr val="tx1">
                    <a:alpha val="60000"/>
                  </a:schemeClr>
                </a:solidFill>
                <a:latin typeface="+mn-lt"/>
              </a:defRPr>
            </a:lvl1pPr>
          </a:lstStyle>
          <a:p>
            <a:r>
              <a:rPr lang="en-US" dirty="0"/>
              <a:t>20XX</a:t>
            </a:r>
          </a:p>
        </p:txBody>
      </p:sp>
      <p:sp>
        <p:nvSpPr>
          <p:cNvPr id="5" name="Footer Placeholder 4">
            <a:extLst>
              <a:ext uri="{FF2B5EF4-FFF2-40B4-BE49-F238E27FC236}">
                <a16:creationId xmlns:a16="http://schemas.microsoft.com/office/drawing/2014/main" id="{BAB0A1F1-38FE-4C27-81E6-A43A54793FC3}"/>
              </a:ext>
            </a:extLst>
          </p:cNvPr>
          <p:cNvSpPr>
            <a:spLocks noGrp="1"/>
          </p:cNvSpPr>
          <p:nvPr>
            <p:ph type="ftr" sz="quarter" idx="3"/>
          </p:nvPr>
        </p:nvSpPr>
        <p:spPr>
          <a:xfrm>
            <a:off x="4038600" y="6416675"/>
            <a:ext cx="4114800" cy="365125"/>
          </a:xfrm>
          <a:prstGeom prst="rect">
            <a:avLst/>
          </a:prstGeom>
        </p:spPr>
        <p:txBody>
          <a:bodyPr vert="horz" lIns="91440" tIns="45720" rIns="91440" bIns="45720" rtlCol="0" anchor="ctr"/>
          <a:lstStyle>
            <a:lvl1pPr algn="ctr">
              <a:defRPr sz="900">
                <a:solidFill>
                  <a:schemeClr val="tx1">
                    <a:alpha val="60000"/>
                  </a:schemeClr>
                </a:solidFill>
                <a:latin typeface="+mn-lt"/>
              </a:defRPr>
            </a:lvl1pPr>
          </a:lstStyle>
          <a:p>
            <a:r>
              <a:rPr lang="en-US" dirty="0">
                <a:solidFill>
                  <a:schemeClr val="tx1">
                    <a:alpha val="60000"/>
                  </a:schemeClr>
                </a:solidFill>
              </a:rPr>
              <a:t>Sample Footer Text</a:t>
            </a:r>
          </a:p>
        </p:txBody>
      </p:sp>
      <p:sp>
        <p:nvSpPr>
          <p:cNvPr id="6" name="Slide Number Placeholder 5">
            <a:extLst>
              <a:ext uri="{FF2B5EF4-FFF2-40B4-BE49-F238E27FC236}">
                <a16:creationId xmlns:a16="http://schemas.microsoft.com/office/drawing/2014/main" id="{5E26B39A-FFD8-42EF-ADC7-7DB3B302F8B2}"/>
              </a:ext>
            </a:extLst>
          </p:cNvPr>
          <p:cNvSpPr>
            <a:spLocks noGrp="1"/>
          </p:cNvSpPr>
          <p:nvPr>
            <p:ph type="sldNum" sz="quarter" idx="4"/>
          </p:nvPr>
        </p:nvSpPr>
        <p:spPr>
          <a:xfrm>
            <a:off x="8990106" y="6416675"/>
            <a:ext cx="2743200" cy="365125"/>
          </a:xfrm>
          <a:prstGeom prst="rect">
            <a:avLst/>
          </a:prstGeom>
        </p:spPr>
        <p:txBody>
          <a:bodyPr vert="horz" lIns="91440" tIns="45720" rIns="91440" bIns="45720" rtlCol="0" anchor="ctr"/>
          <a:lstStyle>
            <a:lvl1pPr algn="r">
              <a:defRPr sz="900">
                <a:solidFill>
                  <a:schemeClr val="tx1">
                    <a:alpha val="60000"/>
                  </a:schemeClr>
                </a:solidFill>
                <a:latin typeface="+mn-lt"/>
              </a:defRPr>
            </a:lvl1pPr>
          </a:lstStyle>
          <a:p>
            <a:fld id="{73B850FF-6169-4056-8077-06FFA93A5366}" type="slidenum">
              <a:rPr lang="en-US" smtClean="0"/>
              <a:pPr/>
              <a:t>‹#›</a:t>
            </a:fld>
            <a:endParaRPr lang="en-US" dirty="0"/>
          </a:p>
        </p:txBody>
      </p:sp>
      <p:pic>
        <p:nvPicPr>
          <p:cNvPr id="14" name="Picture 13" descr="A picture containing sitting&#10;&#10;Description automatically generated">
            <a:extLst>
              <a:ext uri="{FF2B5EF4-FFF2-40B4-BE49-F238E27FC236}">
                <a16:creationId xmlns:a16="http://schemas.microsoft.com/office/drawing/2014/main" id="{BC526B7A-4801-4FD1-95C8-03AF22629E87}"/>
              </a:ext>
            </a:extLst>
          </p:cNvPr>
          <p:cNvPicPr>
            <a:picLocks noChangeAspect="1"/>
          </p:cNvPicPr>
          <p:nvPr/>
        </p:nvPicPr>
        <p:blipFill>
          <a:blip r:embed="rId18">
            <a:alphaModFix amt="10000"/>
            <a:extLst>
              <a:ext uri="{28A0092B-C50C-407E-A947-70E740481C1C}">
                <a14:useLocalDpi xmlns:a14="http://schemas.microsoft.com/office/drawing/2010/main" val="0"/>
              </a:ext>
            </a:extLst>
          </a:blip>
          <a:stretch>
            <a:fillRect/>
          </a:stretch>
        </p:blipFill>
        <p:spPr>
          <a:xfrm>
            <a:off x="8534400" y="0"/>
            <a:ext cx="3654612" cy="4575348"/>
          </a:xfrm>
          <a:prstGeom prst="rect">
            <a:avLst/>
          </a:prstGeom>
        </p:spPr>
      </p:pic>
    </p:spTree>
    <p:extLst>
      <p:ext uri="{BB962C8B-B14F-4D97-AF65-F5344CB8AC3E}">
        <p14:creationId xmlns:p14="http://schemas.microsoft.com/office/powerpoint/2010/main" val="1373087403"/>
      </p:ext>
    </p:extLst>
  </p:cSld>
  <p:clrMap bg1="lt1" tx1="dk1" bg2="lt2" tx2="dk2" accent1="accent1" accent2="accent2" accent3="accent3" accent4="accent4" accent5="accent5" accent6="accent6" hlink="hlink" folHlink="folHlink"/>
  <p:sldLayoutIdLst>
    <p:sldLayoutId id="2147483747" r:id="rId1"/>
    <p:sldLayoutId id="2147483748" r:id="rId2"/>
    <p:sldLayoutId id="2147483749" r:id="rId3"/>
    <p:sldLayoutId id="2147483746" r:id="rId4"/>
    <p:sldLayoutId id="2147483734" r:id="rId5"/>
    <p:sldLayoutId id="2147483752" r:id="rId6"/>
    <p:sldLayoutId id="2147483737" r:id="rId7"/>
    <p:sldLayoutId id="2147483750" r:id="rId8"/>
    <p:sldLayoutId id="2147483745" r:id="rId9"/>
    <p:sldLayoutId id="2147483751" r:id="rId10"/>
    <p:sldLayoutId id="2147483733" r:id="rId11"/>
    <p:sldLayoutId id="2147483744" r:id="rId12"/>
    <p:sldLayoutId id="2147483736" r:id="rId13"/>
    <p:sldLayoutId id="2147483739" r:id="rId14"/>
    <p:sldLayoutId id="2147483740" r:id="rId15"/>
    <p:sldLayoutId id="2147483741" r:id="rId16"/>
  </p:sldLayoutIdLst>
  <p:hf hdr="0"/>
  <p:txStyles>
    <p:titleStyle>
      <a:lvl1pPr algn="l" defTabSz="914400" rtl="0" eaLnBrk="1" latinLnBrk="0" hangingPunct="1">
        <a:lnSpc>
          <a:spcPct val="100000"/>
        </a:lnSpc>
        <a:spcBef>
          <a:spcPct val="0"/>
        </a:spcBef>
        <a:buNone/>
        <a:defRPr sz="4400" b="0"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Clr>
          <a:schemeClr val="accent1"/>
        </a:buClr>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Clr>
          <a:schemeClr val="accent1"/>
        </a:buClr>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mailto:madhumithasaamala@gmail.com"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4.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3" Type="http://schemas.openxmlformats.org/officeDocument/2006/relationships/hyperlink" Target="https://drive.google.com/file/d/1I_0oh3ujxW2k-hS8ZoYFjM9PzyFApDH0/view?usp=sharing" TargetMode="External"/><Relationship Id="rId2" Type="http://schemas.openxmlformats.org/officeDocument/2006/relationships/image" Target="../media/image17.png"/><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DDE03-5881-4143-92C0-900FD2200E97}"/>
              </a:ext>
            </a:extLst>
          </p:cNvPr>
          <p:cNvSpPr>
            <a:spLocks noGrp="1"/>
          </p:cNvSpPr>
          <p:nvPr>
            <p:ph type="ctrTitle"/>
          </p:nvPr>
        </p:nvSpPr>
        <p:spPr>
          <a:xfrm>
            <a:off x="1306286" y="1034143"/>
            <a:ext cx="10167257" cy="2833528"/>
          </a:xfrm>
        </p:spPr>
        <p:txBody>
          <a:bodyPr>
            <a:normAutofit/>
          </a:bodyPr>
          <a:lstStyle/>
          <a:p>
            <a:r>
              <a:rPr lang="en-US" dirty="0"/>
              <a:t>AI-Powered Smart Energy Consumption Monitoring and Optimization System</a:t>
            </a:r>
            <a:br>
              <a:rPr lang="en-US" dirty="0"/>
            </a:br>
            <a:r>
              <a:rPr lang="en-US" sz="2000" i="1" dirty="0"/>
              <a:t>AI for Sustainability Virtual Internship (1M1B – IBM </a:t>
            </a:r>
            <a:r>
              <a:rPr lang="en-US" sz="2000" i="1" dirty="0" err="1"/>
              <a:t>SkillsBuild</a:t>
            </a:r>
            <a:r>
              <a:rPr lang="en-US" sz="2000" i="1" dirty="0"/>
              <a:t>)</a:t>
            </a:r>
          </a:p>
        </p:txBody>
      </p:sp>
      <p:sp>
        <p:nvSpPr>
          <p:cNvPr id="3" name="Subtitle 2">
            <a:extLst>
              <a:ext uri="{FF2B5EF4-FFF2-40B4-BE49-F238E27FC236}">
                <a16:creationId xmlns:a16="http://schemas.microsoft.com/office/drawing/2014/main" id="{16726D00-6671-49B9-B158-E8FE9A305797}"/>
              </a:ext>
            </a:extLst>
          </p:cNvPr>
          <p:cNvSpPr>
            <a:spLocks noGrp="1"/>
          </p:cNvSpPr>
          <p:nvPr>
            <p:ph type="subTitle" idx="1"/>
          </p:nvPr>
        </p:nvSpPr>
        <p:spPr>
          <a:xfrm>
            <a:off x="6858000" y="4619070"/>
            <a:ext cx="6433455" cy="1640216"/>
          </a:xfrm>
        </p:spPr>
        <p:txBody>
          <a:bodyPr>
            <a:normAutofit fontScale="77500" lnSpcReduction="20000"/>
          </a:bodyPr>
          <a:lstStyle/>
          <a:p>
            <a:r>
              <a:rPr lang="en-IN" dirty="0"/>
              <a:t>Madhumitha Samala</a:t>
            </a:r>
          </a:p>
          <a:p>
            <a:r>
              <a:rPr lang="en-IN" dirty="0">
                <a:hlinkClick r:id="rId2">
                  <a:extLst>
                    <a:ext uri="{A12FA001-AC4F-418D-AE19-62706E023703}">
                      <ahyp:hlinkClr xmlns:ahyp="http://schemas.microsoft.com/office/drawing/2018/hyperlinkcolor" val="tx"/>
                    </a:ext>
                  </a:extLst>
                </a:hlinkClick>
              </a:rPr>
              <a:t>madhumithasaamala@gmail.com</a:t>
            </a:r>
            <a:endParaRPr lang="en-IN" dirty="0"/>
          </a:p>
          <a:p>
            <a:r>
              <a:rPr lang="en-IN" b="1" dirty="0"/>
              <a:t>AICTE STUDENT ID</a:t>
            </a:r>
            <a:r>
              <a:rPr lang="en-IN" dirty="0"/>
              <a:t>: STU664b45d349dca1716209107</a:t>
            </a:r>
          </a:p>
          <a:p>
            <a:endParaRPr lang="en-US" dirty="0"/>
          </a:p>
        </p:txBody>
      </p:sp>
      <p:sp>
        <p:nvSpPr>
          <p:cNvPr id="7" name="TextBox 6">
            <a:extLst>
              <a:ext uri="{FF2B5EF4-FFF2-40B4-BE49-F238E27FC236}">
                <a16:creationId xmlns:a16="http://schemas.microsoft.com/office/drawing/2014/main" id="{60947808-0E9E-B472-D0BD-BC65F18A7FEC}"/>
              </a:ext>
            </a:extLst>
          </p:cNvPr>
          <p:cNvSpPr txBox="1"/>
          <p:nvPr/>
        </p:nvSpPr>
        <p:spPr>
          <a:xfrm>
            <a:off x="76200" y="0"/>
            <a:ext cx="2177143" cy="369332"/>
          </a:xfrm>
          <a:prstGeom prst="rect">
            <a:avLst/>
          </a:prstGeom>
          <a:noFill/>
        </p:spPr>
        <p:txBody>
          <a:bodyPr wrap="square" rtlCol="0">
            <a:spAutoFit/>
          </a:bodyPr>
          <a:lstStyle/>
          <a:p>
            <a:r>
              <a:rPr lang="en-US" dirty="0"/>
              <a:t>Capstone Project</a:t>
            </a:r>
            <a:endParaRPr lang="en-IN" dirty="0"/>
          </a:p>
        </p:txBody>
      </p:sp>
    </p:spTree>
    <p:extLst>
      <p:ext uri="{BB962C8B-B14F-4D97-AF65-F5344CB8AC3E}">
        <p14:creationId xmlns:p14="http://schemas.microsoft.com/office/powerpoint/2010/main" val="7322932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CECA5D41-8779-43E7-AC6F-3AFF246240B3}"/>
              </a:ext>
            </a:extLst>
          </p:cNvPr>
          <p:cNvSpPr>
            <a:spLocks noGrp="1"/>
          </p:cNvSpPr>
          <p:nvPr>
            <p:ph idx="1"/>
          </p:nvPr>
        </p:nvSpPr>
        <p:spPr>
          <a:xfrm>
            <a:off x="762000" y="2215245"/>
            <a:ext cx="11059886" cy="3410712"/>
          </a:xfrm>
        </p:spPr>
        <p:txBody>
          <a:bodyPr>
            <a:normAutofit fontScale="92500"/>
          </a:bodyPr>
          <a:lstStyle/>
          <a:p>
            <a:pPr algn="just"/>
            <a:r>
              <a:rPr lang="en-US" dirty="0"/>
              <a:t>Energy consumption is increasing rapidly due to urbanization, population growth, and excessive use of electrical appliances. Inefficient energy usage leads to higher electricity costs and increased carbon emissions. There is a strong need for intelligent systems that can monitor, analyze, and optimize energy usage to promote sustainability. Artificial Intelligence can play a key role in understanding consumption patterns and supporting energy-efficient decision-making.</a:t>
            </a:r>
          </a:p>
        </p:txBody>
      </p:sp>
      <p:sp>
        <p:nvSpPr>
          <p:cNvPr id="7" name="TextBox 6">
            <a:extLst>
              <a:ext uri="{FF2B5EF4-FFF2-40B4-BE49-F238E27FC236}">
                <a16:creationId xmlns:a16="http://schemas.microsoft.com/office/drawing/2014/main" id="{1CBCB70D-60C3-9211-60AC-8B24DC09ADBB}"/>
              </a:ext>
            </a:extLst>
          </p:cNvPr>
          <p:cNvSpPr txBox="1"/>
          <p:nvPr/>
        </p:nvSpPr>
        <p:spPr>
          <a:xfrm>
            <a:off x="0" y="770378"/>
            <a:ext cx="12192000" cy="923330"/>
          </a:xfrm>
          <a:prstGeom prst="rect">
            <a:avLst/>
          </a:prstGeom>
          <a:noFill/>
        </p:spPr>
        <p:txBody>
          <a:bodyPr wrap="square" rtlCol="0">
            <a:spAutoFit/>
          </a:bodyPr>
          <a:lstStyle/>
          <a:p>
            <a:pPr algn="ctr"/>
            <a:r>
              <a:rPr lang="en-US" sz="5400" dirty="0">
                <a:latin typeface="+mj-lt"/>
              </a:rPr>
              <a:t>Introduction</a:t>
            </a:r>
            <a:endParaRPr lang="en-IN" sz="5400" dirty="0">
              <a:latin typeface="+mj-lt"/>
            </a:endParaRPr>
          </a:p>
        </p:txBody>
      </p:sp>
    </p:spTree>
    <p:extLst>
      <p:ext uri="{BB962C8B-B14F-4D97-AF65-F5344CB8AC3E}">
        <p14:creationId xmlns:p14="http://schemas.microsoft.com/office/powerpoint/2010/main" val="1703968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2EE783-C415-4398-2205-A165813B7E8E}"/>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B30A6BAC-4578-13AD-707E-F05E1217DA8A}"/>
              </a:ext>
            </a:extLst>
          </p:cNvPr>
          <p:cNvSpPr>
            <a:spLocks noGrp="1"/>
          </p:cNvSpPr>
          <p:nvPr>
            <p:ph idx="1"/>
          </p:nvPr>
        </p:nvSpPr>
        <p:spPr>
          <a:xfrm>
            <a:off x="762000" y="2215245"/>
            <a:ext cx="11059886" cy="3410712"/>
          </a:xfrm>
        </p:spPr>
        <p:txBody>
          <a:bodyPr>
            <a:normAutofit/>
          </a:bodyPr>
          <a:lstStyle/>
          <a:p>
            <a:pPr algn="just"/>
            <a:r>
              <a:rPr lang="en-US" dirty="0"/>
              <a:t>Traditional energy monitoring systems lack predictive capability and real-time insights. Users are often unaware of how factors like temperature, occupancy, and time affect energy usage. This results in energy wastage, high electricity bills, and environmental impact. There is a need for an AI-based solution that can predict energy consumption, analyze trends, and provide cost and sustainability insights.</a:t>
            </a:r>
          </a:p>
        </p:txBody>
      </p:sp>
      <p:sp>
        <p:nvSpPr>
          <p:cNvPr id="7" name="TextBox 6">
            <a:extLst>
              <a:ext uri="{FF2B5EF4-FFF2-40B4-BE49-F238E27FC236}">
                <a16:creationId xmlns:a16="http://schemas.microsoft.com/office/drawing/2014/main" id="{6B7732E5-D1FE-898A-94A3-B79AA73BA2CA}"/>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Problem Statement</a:t>
            </a:r>
          </a:p>
        </p:txBody>
      </p:sp>
    </p:spTree>
    <p:extLst>
      <p:ext uri="{BB962C8B-B14F-4D97-AF65-F5344CB8AC3E}">
        <p14:creationId xmlns:p14="http://schemas.microsoft.com/office/powerpoint/2010/main" val="16616018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24977C-9F74-36E5-7709-54D0103EBA89}"/>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336787EA-F672-BC63-8C39-C1837BE06BDE}"/>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US" dirty="0"/>
              <a:t>To predict energy consumption using AI</a:t>
            </a:r>
          </a:p>
          <a:p>
            <a:pPr marL="457200" indent="-457200" algn="just">
              <a:buFont typeface="Arial" panose="020B0604020202020204" pitchFamily="34" charset="0"/>
              <a:buChar char="•"/>
            </a:pPr>
            <a:r>
              <a:rPr lang="da-DK" dirty="0"/>
              <a:t>To analyze energy usage trends</a:t>
            </a:r>
          </a:p>
          <a:p>
            <a:pPr marL="457200" indent="-457200" algn="just">
              <a:buFont typeface="Arial" panose="020B0604020202020204" pitchFamily="34" charset="0"/>
              <a:buChar char="•"/>
            </a:pPr>
            <a:r>
              <a:rPr lang="en-IN" dirty="0"/>
              <a:t>To estimate electricity cost</a:t>
            </a:r>
          </a:p>
          <a:p>
            <a:pPr marL="457200" indent="-457200" algn="just">
              <a:buFont typeface="Arial" panose="020B0604020202020204" pitchFamily="34" charset="0"/>
              <a:buChar char="•"/>
            </a:pPr>
            <a:r>
              <a:rPr lang="en-IN" dirty="0"/>
              <a:t>To provide sustainability-driven insights</a:t>
            </a:r>
          </a:p>
          <a:p>
            <a:pPr marL="457200" indent="-457200" algn="just">
              <a:buFont typeface="Arial" panose="020B0604020202020204" pitchFamily="34" charset="0"/>
              <a:buChar char="•"/>
            </a:pPr>
            <a:r>
              <a:rPr lang="en-IN" dirty="0"/>
              <a:t>To support energy-efficient decision-making</a:t>
            </a:r>
          </a:p>
        </p:txBody>
      </p:sp>
      <p:sp>
        <p:nvSpPr>
          <p:cNvPr id="7" name="TextBox 6">
            <a:extLst>
              <a:ext uri="{FF2B5EF4-FFF2-40B4-BE49-F238E27FC236}">
                <a16:creationId xmlns:a16="http://schemas.microsoft.com/office/drawing/2014/main" id="{12852FC8-B5E7-4EF4-B8B6-E256FFD352D1}"/>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Objectives</a:t>
            </a:r>
          </a:p>
        </p:txBody>
      </p:sp>
    </p:spTree>
    <p:extLst>
      <p:ext uri="{BB962C8B-B14F-4D97-AF65-F5344CB8AC3E}">
        <p14:creationId xmlns:p14="http://schemas.microsoft.com/office/powerpoint/2010/main" val="171961561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BDCC8-5E16-A953-2F2E-2842B0999661}"/>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253E741-33C1-6457-FADD-0E19EDF95BB3}"/>
              </a:ext>
            </a:extLst>
          </p:cNvPr>
          <p:cNvSpPr>
            <a:spLocks noGrp="1"/>
          </p:cNvSpPr>
          <p:nvPr>
            <p:ph idx="1"/>
          </p:nvPr>
        </p:nvSpPr>
        <p:spPr>
          <a:xfrm>
            <a:off x="762000" y="2215245"/>
            <a:ext cx="11059886" cy="3410712"/>
          </a:xfrm>
        </p:spPr>
        <p:txBody>
          <a:bodyPr>
            <a:normAutofit/>
          </a:bodyPr>
          <a:lstStyle/>
          <a:p>
            <a:pPr algn="just"/>
            <a:r>
              <a:rPr lang="en-IN" b="1" dirty="0"/>
              <a:t>Primary SDG:</a:t>
            </a:r>
          </a:p>
          <a:p>
            <a:pPr marL="457200" indent="-457200" algn="just">
              <a:buFont typeface="Arial" panose="020B0604020202020204" pitchFamily="34" charset="0"/>
              <a:buChar char="•"/>
            </a:pPr>
            <a:r>
              <a:rPr lang="en-US" dirty="0"/>
              <a:t>SDG 7 – Affordable and Clean Energy</a:t>
            </a:r>
          </a:p>
          <a:p>
            <a:pPr algn="just"/>
            <a:r>
              <a:rPr lang="en-IN" b="1" dirty="0"/>
              <a:t>Secondary SDG:</a:t>
            </a:r>
          </a:p>
          <a:p>
            <a:pPr marL="457200" indent="-457200" algn="just">
              <a:buFont typeface="Arial" panose="020B0604020202020204" pitchFamily="34" charset="0"/>
              <a:buChar char="•"/>
            </a:pPr>
            <a:r>
              <a:rPr lang="en-IN" dirty="0"/>
              <a:t>SDG 13 – Climate Action</a:t>
            </a:r>
          </a:p>
          <a:p>
            <a:pPr algn="just"/>
            <a:r>
              <a:rPr lang="en-US" dirty="0"/>
              <a:t>This project promotes efficient energy usage, reduces wastage, and supports climate-friendly practices.</a:t>
            </a:r>
            <a:endParaRPr lang="en-IN" dirty="0"/>
          </a:p>
        </p:txBody>
      </p:sp>
      <p:sp>
        <p:nvSpPr>
          <p:cNvPr id="7" name="TextBox 6">
            <a:extLst>
              <a:ext uri="{FF2B5EF4-FFF2-40B4-BE49-F238E27FC236}">
                <a16:creationId xmlns:a16="http://schemas.microsoft.com/office/drawing/2014/main" id="{29D5CE2F-0631-92E8-3522-46A49F5BB8DA}"/>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SDG Alignment</a:t>
            </a:r>
          </a:p>
        </p:txBody>
      </p:sp>
    </p:spTree>
    <p:extLst>
      <p:ext uri="{BB962C8B-B14F-4D97-AF65-F5344CB8AC3E}">
        <p14:creationId xmlns:p14="http://schemas.microsoft.com/office/powerpoint/2010/main" val="1523092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51ECDD-7641-2980-27B0-A9BCEE935B9C}"/>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770412B-04D5-BCF1-84B7-081E464CBBA7}"/>
              </a:ext>
            </a:extLst>
          </p:cNvPr>
          <p:cNvSpPr>
            <a:spLocks noGrp="1"/>
          </p:cNvSpPr>
          <p:nvPr>
            <p:ph idx="1"/>
          </p:nvPr>
        </p:nvSpPr>
        <p:spPr>
          <a:xfrm>
            <a:off x="762000" y="2215245"/>
            <a:ext cx="11059886" cy="3410712"/>
          </a:xfrm>
        </p:spPr>
        <p:txBody>
          <a:bodyPr>
            <a:normAutofit fontScale="92500" lnSpcReduction="20000"/>
          </a:bodyPr>
          <a:lstStyle/>
          <a:p>
            <a:pPr marL="457200" indent="-457200" algn="just">
              <a:buFont typeface="Arial" panose="020B0604020202020204" pitchFamily="34" charset="0"/>
              <a:buChar char="•"/>
            </a:pPr>
            <a:r>
              <a:rPr lang="en-IN" dirty="0"/>
              <a:t>Dataset size: 250 records (CSV Format)</a:t>
            </a:r>
          </a:p>
          <a:p>
            <a:pPr marL="457200" indent="-457200" algn="just">
              <a:buFont typeface="Arial" panose="020B0604020202020204" pitchFamily="34" charset="0"/>
              <a:buChar char="•"/>
            </a:pPr>
            <a:r>
              <a:rPr lang="en-US" dirty="0"/>
              <a:t>Features used:</a:t>
            </a:r>
          </a:p>
          <a:p>
            <a:pPr marL="1143000" lvl="1" indent="-457200" algn="just"/>
            <a:r>
              <a:rPr lang="en-US" dirty="0"/>
              <a:t>Temperature</a:t>
            </a:r>
          </a:p>
          <a:p>
            <a:pPr marL="1143000" lvl="1" indent="-457200" algn="just"/>
            <a:r>
              <a:rPr lang="en-US" dirty="0"/>
              <a:t>Humidity</a:t>
            </a:r>
          </a:p>
          <a:p>
            <a:pPr marL="1143000" lvl="1" indent="-457200" algn="just"/>
            <a:r>
              <a:rPr lang="en-US" dirty="0"/>
              <a:t>Occupancy</a:t>
            </a:r>
          </a:p>
          <a:p>
            <a:pPr marL="1143000" lvl="1" indent="-457200" algn="just"/>
            <a:r>
              <a:rPr lang="en-US" dirty="0"/>
              <a:t>Hour of the day</a:t>
            </a:r>
          </a:p>
          <a:p>
            <a:pPr marL="1143000" lvl="1" indent="-457200" algn="just"/>
            <a:r>
              <a:rPr lang="en-US" dirty="0"/>
              <a:t>Weekend indicator</a:t>
            </a:r>
          </a:p>
          <a:p>
            <a:pPr marL="457200" indent="-457200">
              <a:buFont typeface="Arial" panose="020B0604020202020204" pitchFamily="34" charset="0"/>
              <a:buChar char="•"/>
            </a:pPr>
            <a:r>
              <a:rPr lang="en-IN" dirty="0"/>
              <a:t>Target variable: </a:t>
            </a:r>
            <a:r>
              <a:rPr lang="en-IN" b="1" dirty="0"/>
              <a:t>Energy consumption</a:t>
            </a:r>
          </a:p>
          <a:p>
            <a:pPr marL="1143000" lvl="1" indent="-457200" algn="just"/>
            <a:endParaRPr lang="en-US" b="1" dirty="0"/>
          </a:p>
          <a:p>
            <a:pPr marL="457200" indent="-457200" algn="just">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F16EAAB1-2DD2-DDCB-F015-4ECB3F3994A4}"/>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Dataset Description</a:t>
            </a:r>
          </a:p>
        </p:txBody>
      </p:sp>
    </p:spTree>
    <p:extLst>
      <p:ext uri="{BB962C8B-B14F-4D97-AF65-F5344CB8AC3E}">
        <p14:creationId xmlns:p14="http://schemas.microsoft.com/office/powerpoint/2010/main" val="3144295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1256E7-BBB7-E160-5317-9EFA2078BFA5}"/>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CB36EBB-EB13-65B2-3D1B-D62557682B83}"/>
              </a:ext>
            </a:extLst>
          </p:cNvPr>
          <p:cNvSpPr>
            <a:spLocks noGrp="1"/>
          </p:cNvSpPr>
          <p:nvPr>
            <p:ph idx="1"/>
          </p:nvPr>
        </p:nvSpPr>
        <p:spPr>
          <a:xfrm>
            <a:off x="424543" y="2215245"/>
            <a:ext cx="11397343" cy="3410712"/>
          </a:xfrm>
        </p:spPr>
        <p:txBody>
          <a:bodyPr>
            <a:normAutofit/>
          </a:bodyPr>
          <a:lstStyle/>
          <a:p>
            <a:pPr lvl="1" indent="0" algn="just">
              <a:buNone/>
            </a:pPr>
            <a:r>
              <a:rPr lang="en-US" dirty="0"/>
              <a:t>Artificial Intelligence is used to:</a:t>
            </a:r>
          </a:p>
          <a:p>
            <a:pPr marL="1028700" lvl="1" indent="-342900" algn="just"/>
            <a:r>
              <a:rPr lang="en-US" dirty="0"/>
              <a:t>Learn patterns from historical energy data</a:t>
            </a:r>
          </a:p>
          <a:p>
            <a:pPr marL="1028700" lvl="1" indent="-342900" algn="just"/>
            <a:r>
              <a:rPr lang="en-IN" dirty="0"/>
              <a:t>Predict future energy consumption</a:t>
            </a:r>
          </a:p>
          <a:p>
            <a:pPr marL="1028700" lvl="1" indent="-342900" algn="just"/>
            <a:r>
              <a:rPr lang="en-US" dirty="0"/>
              <a:t>Analyze the impact of external factors</a:t>
            </a:r>
          </a:p>
          <a:p>
            <a:pPr marL="1028700" lvl="1" indent="-342900" algn="just"/>
            <a:r>
              <a:rPr lang="en-IN" dirty="0"/>
              <a:t>Support intelligent decision-making</a:t>
            </a:r>
          </a:p>
          <a:p>
            <a:pPr marL="1028700" lvl="1" indent="-342900" algn="just"/>
            <a:r>
              <a:rPr lang="en-US" dirty="0"/>
              <a:t>Provide actionable insights for sustainability</a:t>
            </a:r>
          </a:p>
          <a:p>
            <a:pPr lvl="1" indent="0" algn="just">
              <a:buNone/>
            </a:pPr>
            <a:r>
              <a:rPr lang="en-US" dirty="0"/>
              <a:t>A Random Forest Regression model is used for prediction.</a:t>
            </a:r>
          </a:p>
          <a:p>
            <a:pPr lvl="1" indent="0" algn="just">
              <a:buNone/>
            </a:pPr>
            <a:endParaRPr lang="en-US" b="1" dirty="0"/>
          </a:p>
          <a:p>
            <a:pPr marL="457200" indent="-457200" algn="just">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733E36EC-4CE0-6324-4FF7-5D58C7C88003}"/>
              </a:ext>
            </a:extLst>
          </p:cNvPr>
          <p:cNvSpPr txBox="1"/>
          <p:nvPr/>
        </p:nvSpPr>
        <p:spPr>
          <a:xfrm>
            <a:off x="0" y="770378"/>
            <a:ext cx="12192000" cy="923330"/>
          </a:xfrm>
          <a:prstGeom prst="rect">
            <a:avLst/>
          </a:prstGeom>
          <a:noFill/>
        </p:spPr>
        <p:txBody>
          <a:bodyPr wrap="square" rtlCol="0">
            <a:spAutoFit/>
          </a:bodyPr>
          <a:lstStyle/>
          <a:p>
            <a:pPr algn="ctr"/>
            <a:r>
              <a:rPr lang="en-US" sz="5400" dirty="0">
                <a:latin typeface="+mj-lt"/>
              </a:rPr>
              <a:t>Role of AI in the Project</a:t>
            </a:r>
            <a:endParaRPr lang="en-IN" sz="5400" dirty="0">
              <a:latin typeface="+mj-lt"/>
            </a:endParaRPr>
          </a:p>
        </p:txBody>
      </p:sp>
    </p:spTree>
    <p:extLst>
      <p:ext uri="{BB962C8B-B14F-4D97-AF65-F5344CB8AC3E}">
        <p14:creationId xmlns:p14="http://schemas.microsoft.com/office/powerpoint/2010/main" val="113708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282EA4-B0BC-B1E5-46BC-A56EDBE12A9B}"/>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E730DC3A-C740-DCD5-DE45-2BFA3F574045}"/>
              </a:ext>
            </a:extLst>
          </p:cNvPr>
          <p:cNvSpPr>
            <a:spLocks noGrp="1"/>
          </p:cNvSpPr>
          <p:nvPr>
            <p:ph idx="1"/>
          </p:nvPr>
        </p:nvSpPr>
        <p:spPr>
          <a:xfrm>
            <a:off x="762000" y="2215245"/>
            <a:ext cx="6019800" cy="3410712"/>
          </a:xfrm>
        </p:spPr>
        <p:txBody>
          <a:bodyPr>
            <a:normAutofit fontScale="77500" lnSpcReduction="20000"/>
          </a:bodyPr>
          <a:lstStyle/>
          <a:p>
            <a:r>
              <a:rPr lang="en-US" dirty="0"/>
              <a:t>Workflow:</a:t>
            </a:r>
          </a:p>
          <a:p>
            <a:pPr marL="514350" indent="-514350">
              <a:buFont typeface="+mj-lt"/>
              <a:buAutoNum type="arabicPeriod"/>
            </a:pPr>
            <a:r>
              <a:rPr lang="en-US" dirty="0"/>
              <a:t>User provides input through </a:t>
            </a:r>
            <a:r>
              <a:rPr lang="en-US" dirty="0" err="1"/>
              <a:t>Streamlit</a:t>
            </a:r>
            <a:r>
              <a:rPr lang="en-US" dirty="0"/>
              <a:t> interface</a:t>
            </a:r>
          </a:p>
          <a:p>
            <a:pPr marL="514350" indent="-514350">
              <a:buFont typeface="+mj-lt"/>
              <a:buAutoNum type="arabicPeriod"/>
            </a:pPr>
            <a:r>
              <a:rPr lang="en-US" dirty="0"/>
              <a:t>Input data is passed to trained AI model</a:t>
            </a:r>
          </a:p>
          <a:p>
            <a:pPr marL="514350" indent="-514350">
              <a:buFont typeface="+mj-lt"/>
              <a:buAutoNum type="arabicPeriod"/>
            </a:pPr>
            <a:r>
              <a:rPr lang="en-IN" dirty="0"/>
              <a:t>Model predicts energy consumption</a:t>
            </a:r>
          </a:p>
          <a:p>
            <a:pPr marL="514350" indent="-514350">
              <a:buFont typeface="+mj-lt"/>
              <a:buAutoNum type="arabicPeriod"/>
            </a:pPr>
            <a:r>
              <a:rPr lang="en-IN" dirty="0"/>
              <a:t>Cost estimation is calculated</a:t>
            </a:r>
          </a:p>
          <a:p>
            <a:pPr marL="514350" indent="-514350">
              <a:buFont typeface="+mj-lt"/>
              <a:buAutoNum type="arabicPeriod"/>
            </a:pPr>
            <a:r>
              <a:rPr lang="en-US" dirty="0"/>
              <a:t>Dynamic graphs and insights are generated</a:t>
            </a:r>
            <a:endParaRPr lang="en-IN" dirty="0"/>
          </a:p>
        </p:txBody>
      </p:sp>
      <p:sp>
        <p:nvSpPr>
          <p:cNvPr id="7" name="TextBox 6">
            <a:extLst>
              <a:ext uri="{FF2B5EF4-FFF2-40B4-BE49-F238E27FC236}">
                <a16:creationId xmlns:a16="http://schemas.microsoft.com/office/drawing/2014/main" id="{6ABCBD2C-492F-AD6C-1CB2-468DB6956522}"/>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System Architecture</a:t>
            </a:r>
          </a:p>
        </p:txBody>
      </p:sp>
      <p:pic>
        <p:nvPicPr>
          <p:cNvPr id="8" name="Picture 7">
            <a:extLst>
              <a:ext uri="{FF2B5EF4-FFF2-40B4-BE49-F238E27FC236}">
                <a16:creationId xmlns:a16="http://schemas.microsoft.com/office/drawing/2014/main" id="{2EE99960-E3F2-C130-5FFD-D807E56690D8}"/>
              </a:ext>
            </a:extLst>
          </p:cNvPr>
          <p:cNvPicPr>
            <a:picLocks noChangeAspect="1"/>
          </p:cNvPicPr>
          <p:nvPr/>
        </p:nvPicPr>
        <p:blipFill>
          <a:blip r:embed="rId2"/>
          <a:stretch>
            <a:fillRect/>
          </a:stretch>
        </p:blipFill>
        <p:spPr>
          <a:xfrm>
            <a:off x="7285080" y="1693708"/>
            <a:ext cx="4025177" cy="4925112"/>
          </a:xfrm>
          <a:prstGeom prst="rect">
            <a:avLst/>
          </a:prstGeom>
        </p:spPr>
      </p:pic>
    </p:spTree>
    <p:extLst>
      <p:ext uri="{BB962C8B-B14F-4D97-AF65-F5344CB8AC3E}">
        <p14:creationId xmlns:p14="http://schemas.microsoft.com/office/powerpoint/2010/main" val="38595305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F76F3-9382-A5AE-DEE1-C0A588222061}"/>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3FD8B6A-68FE-9BEC-C0BC-6262FD0FB6AD}"/>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IN" dirty="0"/>
              <a:t>Programming Language: Python</a:t>
            </a:r>
          </a:p>
          <a:p>
            <a:pPr marL="457200" indent="-457200" algn="just">
              <a:buFont typeface="Arial" panose="020B0604020202020204" pitchFamily="34" charset="0"/>
              <a:buChar char="•"/>
            </a:pPr>
            <a:r>
              <a:rPr lang="en-IN" dirty="0"/>
              <a:t>Frontend: </a:t>
            </a:r>
            <a:r>
              <a:rPr lang="en-IN" dirty="0" err="1"/>
              <a:t>Streamlit</a:t>
            </a:r>
            <a:endParaRPr lang="en-IN" dirty="0"/>
          </a:p>
          <a:p>
            <a:pPr marL="457200" indent="-457200" algn="just">
              <a:buFont typeface="Arial" panose="020B0604020202020204" pitchFamily="34" charset="0"/>
              <a:buChar char="•"/>
            </a:pPr>
            <a:r>
              <a:rPr lang="it-IT" dirty="0"/>
              <a:t>AI Model: Random Forest Regressor</a:t>
            </a:r>
          </a:p>
          <a:p>
            <a:pPr marL="457200" indent="-457200" algn="just">
              <a:buFont typeface="Arial" panose="020B0604020202020204" pitchFamily="34" charset="0"/>
              <a:buChar char="•"/>
            </a:pPr>
            <a:r>
              <a:rPr lang="en-IN" dirty="0"/>
              <a:t>Visualization: Matplotlib</a:t>
            </a:r>
          </a:p>
          <a:p>
            <a:pPr marL="457200" indent="-457200" algn="just">
              <a:buFont typeface="Arial" panose="020B0604020202020204" pitchFamily="34" charset="0"/>
              <a:buChar char="•"/>
            </a:pPr>
            <a:r>
              <a:rPr lang="en-IN" dirty="0"/>
              <a:t>Model Storage: </a:t>
            </a:r>
            <a:r>
              <a:rPr lang="en-IN" dirty="0" err="1"/>
              <a:t>Joblib</a:t>
            </a:r>
            <a:endParaRPr lang="en-IN" dirty="0"/>
          </a:p>
        </p:txBody>
      </p:sp>
      <p:sp>
        <p:nvSpPr>
          <p:cNvPr id="7" name="TextBox 6">
            <a:extLst>
              <a:ext uri="{FF2B5EF4-FFF2-40B4-BE49-F238E27FC236}">
                <a16:creationId xmlns:a16="http://schemas.microsoft.com/office/drawing/2014/main" id="{042A4075-685E-A021-3BCC-EA06388CA8C5}"/>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Implementation Details</a:t>
            </a:r>
          </a:p>
        </p:txBody>
      </p:sp>
    </p:spTree>
    <p:extLst>
      <p:ext uri="{BB962C8B-B14F-4D97-AF65-F5344CB8AC3E}">
        <p14:creationId xmlns:p14="http://schemas.microsoft.com/office/powerpoint/2010/main" val="777426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C82828-E6B9-BC41-F80C-0D5151DDC5A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228914E-A2BA-F491-E5E5-B1BA7A3051D0}"/>
              </a:ext>
            </a:extLst>
          </p:cNvPr>
          <p:cNvSpPr txBox="1"/>
          <p:nvPr/>
        </p:nvSpPr>
        <p:spPr>
          <a:xfrm>
            <a:off x="0" y="770378"/>
            <a:ext cx="12192000" cy="923330"/>
          </a:xfrm>
          <a:prstGeom prst="rect">
            <a:avLst/>
          </a:prstGeom>
          <a:noFill/>
        </p:spPr>
        <p:txBody>
          <a:bodyPr wrap="square" rtlCol="0">
            <a:spAutoFit/>
          </a:bodyPr>
          <a:lstStyle/>
          <a:p>
            <a:pPr algn="ctr"/>
            <a:r>
              <a:rPr lang="en-US" sz="5400" dirty="0">
                <a:latin typeface="+mj-lt"/>
              </a:rPr>
              <a:t>O</a:t>
            </a:r>
            <a:r>
              <a:rPr lang="en-IN" sz="5400" dirty="0" err="1">
                <a:latin typeface="+mj-lt"/>
              </a:rPr>
              <a:t>utput</a:t>
            </a:r>
            <a:r>
              <a:rPr lang="en-IN" sz="5400" dirty="0">
                <a:latin typeface="+mj-lt"/>
              </a:rPr>
              <a:t> Screens</a:t>
            </a:r>
          </a:p>
        </p:txBody>
      </p:sp>
      <p:pic>
        <p:nvPicPr>
          <p:cNvPr id="3" name="Picture 2">
            <a:extLst>
              <a:ext uri="{FF2B5EF4-FFF2-40B4-BE49-F238E27FC236}">
                <a16:creationId xmlns:a16="http://schemas.microsoft.com/office/drawing/2014/main" id="{F2826978-FFCD-1863-69D6-92C88552724E}"/>
              </a:ext>
            </a:extLst>
          </p:cNvPr>
          <p:cNvPicPr>
            <a:picLocks noChangeAspect="1"/>
          </p:cNvPicPr>
          <p:nvPr/>
        </p:nvPicPr>
        <p:blipFill>
          <a:blip r:embed="rId2"/>
          <a:stretch>
            <a:fillRect/>
          </a:stretch>
        </p:blipFill>
        <p:spPr>
          <a:xfrm>
            <a:off x="968828" y="2313883"/>
            <a:ext cx="10428515" cy="2839834"/>
          </a:xfrm>
          <a:prstGeom prst="rect">
            <a:avLst/>
          </a:prstGeom>
        </p:spPr>
      </p:pic>
    </p:spTree>
    <p:extLst>
      <p:ext uri="{BB962C8B-B14F-4D97-AF65-F5344CB8AC3E}">
        <p14:creationId xmlns:p14="http://schemas.microsoft.com/office/powerpoint/2010/main" val="34210561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386E1A5-F6A4-7631-D044-462B1AA52097}"/>
              </a:ext>
            </a:extLst>
          </p:cNvPr>
          <p:cNvSpPr>
            <a:spLocks noGrp="1"/>
          </p:cNvSpPr>
          <p:nvPr>
            <p:ph type="sldNum" sz="quarter" idx="12"/>
          </p:nvPr>
        </p:nvSpPr>
        <p:spPr/>
        <p:txBody>
          <a:bodyPr/>
          <a:lstStyle/>
          <a:p>
            <a:fld id="{73B850FF-6169-4056-8077-06FFA93A5366}" type="slidenum">
              <a:rPr lang="en-US" smtClean="0"/>
              <a:t>11</a:t>
            </a:fld>
            <a:endParaRPr lang="en-US" dirty="0"/>
          </a:p>
        </p:txBody>
      </p:sp>
      <p:pic>
        <p:nvPicPr>
          <p:cNvPr id="6" name="Picture 5">
            <a:extLst>
              <a:ext uri="{FF2B5EF4-FFF2-40B4-BE49-F238E27FC236}">
                <a16:creationId xmlns:a16="http://schemas.microsoft.com/office/drawing/2014/main" id="{060711DF-BA06-6077-DD1D-A6ED86E7E94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9824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9D90074-641F-8422-AE6B-CDE3D001B29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254475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F00E5B1-A065-F5BA-151D-0DC84C6DBAF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299767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4EC85BF0-AE1B-CD53-8640-2C5C9F7FF9C1}"/>
              </a:ext>
            </a:extLst>
          </p:cNvPr>
          <p:cNvPicPr>
            <a:picLocks noChangeAspect="1"/>
          </p:cNvPicPr>
          <p:nvPr/>
        </p:nvPicPr>
        <p:blipFill>
          <a:blip r:embed="rId2"/>
          <a:stretch>
            <a:fillRect/>
          </a:stretch>
        </p:blipFill>
        <p:spPr>
          <a:xfrm>
            <a:off x="0" y="0"/>
            <a:ext cx="12192000" cy="2744629"/>
          </a:xfrm>
          <a:prstGeom prst="rect">
            <a:avLst/>
          </a:prstGeom>
        </p:spPr>
      </p:pic>
      <p:pic>
        <p:nvPicPr>
          <p:cNvPr id="14" name="Picture 13">
            <a:extLst>
              <a:ext uri="{FF2B5EF4-FFF2-40B4-BE49-F238E27FC236}">
                <a16:creationId xmlns:a16="http://schemas.microsoft.com/office/drawing/2014/main" id="{B6B9D7B6-3CC5-273B-62A6-D06F1E0536DF}"/>
              </a:ext>
            </a:extLst>
          </p:cNvPr>
          <p:cNvPicPr>
            <a:picLocks noChangeAspect="1"/>
          </p:cNvPicPr>
          <p:nvPr/>
        </p:nvPicPr>
        <p:blipFill>
          <a:blip r:embed="rId3"/>
          <a:stretch>
            <a:fillRect/>
          </a:stretch>
        </p:blipFill>
        <p:spPr>
          <a:xfrm>
            <a:off x="0" y="2744629"/>
            <a:ext cx="12192000" cy="4113371"/>
          </a:xfrm>
          <a:prstGeom prst="rect">
            <a:avLst/>
          </a:prstGeom>
        </p:spPr>
      </p:pic>
    </p:spTree>
    <p:extLst>
      <p:ext uri="{BB962C8B-B14F-4D97-AF65-F5344CB8AC3E}">
        <p14:creationId xmlns:p14="http://schemas.microsoft.com/office/powerpoint/2010/main" val="3616499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F6D2F0-FF3C-DFBD-B8F3-98CD41C88FF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26ECF27-6C38-EDDB-D6FB-DD862C8EA751}"/>
              </a:ext>
            </a:extLst>
          </p:cNvPr>
          <p:cNvPicPr>
            <a:picLocks noChangeAspect="1"/>
          </p:cNvPicPr>
          <p:nvPr/>
        </p:nvPicPr>
        <p:blipFill>
          <a:blip r:embed="rId2"/>
          <a:stretch>
            <a:fillRect/>
          </a:stretch>
        </p:blipFill>
        <p:spPr>
          <a:xfrm>
            <a:off x="0" y="0"/>
            <a:ext cx="12192000" cy="1734453"/>
          </a:xfrm>
          <a:prstGeom prst="rect">
            <a:avLst/>
          </a:prstGeom>
        </p:spPr>
      </p:pic>
      <p:pic>
        <p:nvPicPr>
          <p:cNvPr id="5" name="Picture 4">
            <a:extLst>
              <a:ext uri="{FF2B5EF4-FFF2-40B4-BE49-F238E27FC236}">
                <a16:creationId xmlns:a16="http://schemas.microsoft.com/office/drawing/2014/main" id="{57E818D9-8601-FBB2-BEAD-9CD92F8FBC81}"/>
              </a:ext>
            </a:extLst>
          </p:cNvPr>
          <p:cNvPicPr>
            <a:picLocks noChangeAspect="1"/>
          </p:cNvPicPr>
          <p:nvPr/>
        </p:nvPicPr>
        <p:blipFill>
          <a:blip r:embed="rId3"/>
          <a:stretch>
            <a:fillRect/>
          </a:stretch>
        </p:blipFill>
        <p:spPr>
          <a:xfrm>
            <a:off x="0" y="1734453"/>
            <a:ext cx="12192000" cy="5123547"/>
          </a:xfrm>
          <a:prstGeom prst="rect">
            <a:avLst/>
          </a:prstGeom>
        </p:spPr>
      </p:pic>
    </p:spTree>
    <p:extLst>
      <p:ext uri="{BB962C8B-B14F-4D97-AF65-F5344CB8AC3E}">
        <p14:creationId xmlns:p14="http://schemas.microsoft.com/office/powerpoint/2010/main" val="38974285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A928DC-0F86-9600-15C4-702D3EB8CE6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944E3D98-DABD-36AA-C2D7-0847B34BE69F}"/>
              </a:ext>
            </a:extLst>
          </p:cNvPr>
          <p:cNvPicPr>
            <a:picLocks noChangeAspect="1"/>
          </p:cNvPicPr>
          <p:nvPr/>
        </p:nvPicPr>
        <p:blipFill>
          <a:blip r:embed="rId2"/>
          <a:stretch>
            <a:fillRect/>
          </a:stretch>
        </p:blipFill>
        <p:spPr>
          <a:xfrm>
            <a:off x="0" y="0"/>
            <a:ext cx="12192000" cy="1772573"/>
          </a:xfrm>
          <a:prstGeom prst="rect">
            <a:avLst/>
          </a:prstGeom>
        </p:spPr>
      </p:pic>
      <p:pic>
        <p:nvPicPr>
          <p:cNvPr id="5" name="Picture 4">
            <a:extLst>
              <a:ext uri="{FF2B5EF4-FFF2-40B4-BE49-F238E27FC236}">
                <a16:creationId xmlns:a16="http://schemas.microsoft.com/office/drawing/2014/main" id="{A35EB90F-81E9-357E-10F6-466D63C99B46}"/>
              </a:ext>
            </a:extLst>
          </p:cNvPr>
          <p:cNvPicPr>
            <a:picLocks noChangeAspect="1"/>
          </p:cNvPicPr>
          <p:nvPr/>
        </p:nvPicPr>
        <p:blipFill>
          <a:blip r:embed="rId3"/>
          <a:stretch>
            <a:fillRect/>
          </a:stretch>
        </p:blipFill>
        <p:spPr>
          <a:xfrm>
            <a:off x="0" y="1772573"/>
            <a:ext cx="12192000" cy="5085427"/>
          </a:xfrm>
          <a:prstGeom prst="rect">
            <a:avLst/>
          </a:prstGeom>
        </p:spPr>
      </p:pic>
    </p:spTree>
    <p:extLst>
      <p:ext uri="{BB962C8B-B14F-4D97-AF65-F5344CB8AC3E}">
        <p14:creationId xmlns:p14="http://schemas.microsoft.com/office/powerpoint/2010/main" val="41411003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4DE38B-EDC9-078B-7B6E-87E8074F3797}"/>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19EDAC2E-5C5B-49D1-CCDF-36C18C75584C}"/>
              </a:ext>
            </a:extLst>
          </p:cNvPr>
          <p:cNvPicPr>
            <a:picLocks noChangeAspect="1"/>
          </p:cNvPicPr>
          <p:nvPr/>
        </p:nvPicPr>
        <p:blipFill>
          <a:blip r:embed="rId2"/>
          <a:stretch>
            <a:fillRect/>
          </a:stretch>
        </p:blipFill>
        <p:spPr>
          <a:xfrm>
            <a:off x="0" y="0"/>
            <a:ext cx="12192000" cy="6858000"/>
          </a:xfrm>
          <a:prstGeom prst="rect">
            <a:avLst/>
          </a:prstGeom>
        </p:spPr>
      </p:pic>
      <p:sp>
        <p:nvSpPr>
          <p:cNvPr id="2" name="TextBox 1">
            <a:extLst>
              <a:ext uri="{FF2B5EF4-FFF2-40B4-BE49-F238E27FC236}">
                <a16:creationId xmlns:a16="http://schemas.microsoft.com/office/drawing/2014/main" id="{F47CD00B-9525-737F-F224-DA3918EFDD7A}"/>
              </a:ext>
            </a:extLst>
          </p:cNvPr>
          <p:cNvSpPr txBox="1"/>
          <p:nvPr/>
        </p:nvSpPr>
        <p:spPr>
          <a:xfrm>
            <a:off x="555171" y="5932714"/>
            <a:ext cx="10885715" cy="369332"/>
          </a:xfrm>
          <a:prstGeom prst="rect">
            <a:avLst/>
          </a:prstGeom>
          <a:noFill/>
        </p:spPr>
        <p:txBody>
          <a:bodyPr wrap="square" rtlCol="0">
            <a:spAutoFit/>
          </a:bodyPr>
          <a:lstStyle/>
          <a:p>
            <a:r>
              <a:rPr lang="en-US" dirty="0">
                <a:solidFill>
                  <a:schemeClr val="bg1"/>
                </a:solidFill>
              </a:rPr>
              <a:t>DEMO:  </a:t>
            </a:r>
            <a:r>
              <a:rPr lang="en-US" dirty="0">
                <a:solidFill>
                  <a:schemeClr val="bg2"/>
                </a:solidFill>
                <a:hlinkClick r:id="rId3">
                  <a:extLst>
                    <a:ext uri="{A12FA001-AC4F-418D-AE19-62706E023703}">
                      <ahyp:hlinkClr xmlns:ahyp="http://schemas.microsoft.com/office/drawing/2018/hyperlinkcolor" val="tx"/>
                    </a:ext>
                  </a:extLst>
                </a:hlinkClick>
              </a:rPr>
              <a:t>https://drive.google.com/file/d/1I_0oh3ujxW2k-hS8ZoYFjM9PzyFApDH0/view?usp=sharing</a:t>
            </a:r>
            <a:endParaRPr lang="en-IN" dirty="0">
              <a:solidFill>
                <a:schemeClr val="bg2"/>
              </a:solidFill>
            </a:endParaRPr>
          </a:p>
        </p:txBody>
      </p:sp>
    </p:spTree>
    <p:extLst>
      <p:ext uri="{BB962C8B-B14F-4D97-AF65-F5344CB8AC3E}">
        <p14:creationId xmlns:p14="http://schemas.microsoft.com/office/powerpoint/2010/main" val="220873681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47CBC-DDB0-279C-EEC9-29C2D9E2E15D}"/>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D549FCB4-776E-7192-B22A-5972B0DE1D3A}"/>
              </a:ext>
            </a:extLst>
          </p:cNvPr>
          <p:cNvSpPr>
            <a:spLocks noGrp="1"/>
          </p:cNvSpPr>
          <p:nvPr>
            <p:ph idx="1"/>
          </p:nvPr>
        </p:nvSpPr>
        <p:spPr>
          <a:xfrm>
            <a:off x="762000" y="2215245"/>
            <a:ext cx="11059886" cy="3410712"/>
          </a:xfrm>
        </p:spPr>
        <p:txBody>
          <a:bodyPr>
            <a:normAutofit lnSpcReduction="10000"/>
          </a:bodyPr>
          <a:lstStyle/>
          <a:p>
            <a:pPr marL="457200" indent="-457200" algn="just">
              <a:buFont typeface="Arial" panose="020B0604020202020204" pitchFamily="34" charset="0"/>
              <a:buChar char="•"/>
            </a:pPr>
            <a:r>
              <a:rPr lang="en-IN" dirty="0"/>
              <a:t>AI-based energy prediction</a:t>
            </a:r>
          </a:p>
          <a:p>
            <a:pPr marL="457200" indent="-457200" algn="just">
              <a:buFont typeface="Arial" panose="020B0604020202020204" pitchFamily="34" charset="0"/>
              <a:buChar char="•"/>
            </a:pPr>
            <a:r>
              <a:rPr lang="en-IN" dirty="0"/>
              <a:t>Interactive </a:t>
            </a:r>
            <a:r>
              <a:rPr lang="en-IN" dirty="0" err="1"/>
              <a:t>Streamlit</a:t>
            </a:r>
            <a:r>
              <a:rPr lang="en-IN" dirty="0"/>
              <a:t> interface</a:t>
            </a:r>
          </a:p>
          <a:p>
            <a:pPr marL="457200" indent="-457200" algn="just">
              <a:buFont typeface="Arial" panose="020B0604020202020204" pitchFamily="34" charset="0"/>
              <a:buChar char="•"/>
            </a:pPr>
            <a:r>
              <a:rPr lang="en-IN" dirty="0"/>
              <a:t>Dynamic energy consumption graphs</a:t>
            </a:r>
          </a:p>
          <a:p>
            <a:pPr marL="457200" indent="-457200" algn="just">
              <a:buFont typeface="Arial" panose="020B0604020202020204" pitchFamily="34" charset="0"/>
              <a:buChar char="•"/>
            </a:pPr>
            <a:r>
              <a:rPr lang="en-US" dirty="0"/>
              <a:t>Trend analysis based on user input</a:t>
            </a:r>
          </a:p>
          <a:p>
            <a:pPr marL="457200" indent="-457200" algn="just">
              <a:buFont typeface="Arial" panose="020B0604020202020204" pitchFamily="34" charset="0"/>
              <a:buChar char="•"/>
            </a:pPr>
            <a:r>
              <a:rPr lang="en-IN" dirty="0"/>
              <a:t>Electricity cost estimation</a:t>
            </a:r>
          </a:p>
          <a:p>
            <a:pPr marL="457200" indent="-457200" algn="just">
              <a:buFont typeface="Arial" panose="020B0604020202020204" pitchFamily="34" charset="0"/>
              <a:buChar char="•"/>
            </a:pPr>
            <a:r>
              <a:rPr lang="en-IN" dirty="0"/>
              <a:t>Sustainability recommendations</a:t>
            </a:r>
          </a:p>
          <a:p>
            <a:pPr marL="457200" indent="-457200" algn="just">
              <a:buFont typeface="Arial" panose="020B0604020202020204" pitchFamily="34" charset="0"/>
              <a:buChar char="•"/>
            </a:pPr>
            <a:endParaRPr lang="en-IN" dirty="0"/>
          </a:p>
        </p:txBody>
      </p:sp>
      <p:sp>
        <p:nvSpPr>
          <p:cNvPr id="7" name="TextBox 6">
            <a:extLst>
              <a:ext uri="{FF2B5EF4-FFF2-40B4-BE49-F238E27FC236}">
                <a16:creationId xmlns:a16="http://schemas.microsoft.com/office/drawing/2014/main" id="{E1F21163-C217-B7C6-BE30-839881DF1F9D}"/>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Features of the System</a:t>
            </a:r>
          </a:p>
        </p:txBody>
      </p:sp>
      <p:sp>
        <p:nvSpPr>
          <p:cNvPr id="2" name="Rectangle 1">
            <a:extLst>
              <a:ext uri="{FF2B5EF4-FFF2-40B4-BE49-F238E27FC236}">
                <a16:creationId xmlns:a16="http://schemas.microsoft.com/office/drawing/2014/main" id="{018754AA-EE6B-745B-B7F5-A614BE6A670D}"/>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968366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D5317B-D7FD-D9A7-4598-543E0C97EF6D}"/>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54FCF26-E859-E468-F183-DA8607F17C15}"/>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IN" dirty="0"/>
              <a:t>Hour-wise energy consumption trends</a:t>
            </a:r>
          </a:p>
          <a:p>
            <a:pPr marL="457200" indent="-457200" algn="just">
              <a:buFont typeface="Arial" panose="020B0604020202020204" pitchFamily="34" charset="0"/>
              <a:buChar char="•"/>
            </a:pPr>
            <a:r>
              <a:rPr lang="fr-FR" dirty="0" err="1"/>
              <a:t>Occupancy</a:t>
            </a:r>
            <a:r>
              <a:rPr lang="fr-FR" dirty="0"/>
              <a:t> vs </a:t>
            </a:r>
            <a:r>
              <a:rPr lang="fr-FR" dirty="0" err="1"/>
              <a:t>energy</a:t>
            </a:r>
            <a:r>
              <a:rPr lang="fr-FR" dirty="0"/>
              <a:t> usage </a:t>
            </a:r>
            <a:r>
              <a:rPr lang="fr-FR" dirty="0" err="1"/>
              <a:t>analysis</a:t>
            </a:r>
            <a:endParaRPr lang="fr-FR" dirty="0"/>
          </a:p>
          <a:p>
            <a:pPr marL="457200" indent="-457200" algn="just">
              <a:buFont typeface="Arial" panose="020B0604020202020204" pitchFamily="34" charset="0"/>
              <a:buChar char="•"/>
            </a:pPr>
            <a:r>
              <a:rPr lang="en-IN" dirty="0"/>
              <a:t>Temperature impact on energy usage</a:t>
            </a:r>
          </a:p>
          <a:p>
            <a:pPr marL="457200" indent="-457200" algn="just">
              <a:buFont typeface="Arial" panose="020B0604020202020204" pitchFamily="34" charset="0"/>
              <a:buChar char="•"/>
            </a:pPr>
            <a:r>
              <a:rPr lang="en-US" dirty="0"/>
              <a:t>Comparison of predicted usage with historical average</a:t>
            </a:r>
            <a:endParaRPr lang="en-IN" dirty="0"/>
          </a:p>
        </p:txBody>
      </p:sp>
      <p:sp>
        <p:nvSpPr>
          <p:cNvPr id="7" name="TextBox 6">
            <a:extLst>
              <a:ext uri="{FF2B5EF4-FFF2-40B4-BE49-F238E27FC236}">
                <a16:creationId xmlns:a16="http://schemas.microsoft.com/office/drawing/2014/main" id="{92E9C4D1-3DC1-5769-9DB0-8CD5EE9DDA5F}"/>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Visualization &amp; Analysis</a:t>
            </a:r>
          </a:p>
        </p:txBody>
      </p:sp>
      <p:sp>
        <p:nvSpPr>
          <p:cNvPr id="2" name="Rectangle 1">
            <a:extLst>
              <a:ext uri="{FF2B5EF4-FFF2-40B4-BE49-F238E27FC236}">
                <a16:creationId xmlns:a16="http://schemas.microsoft.com/office/drawing/2014/main" id="{ADF84D0F-F5B9-5302-6D6D-BCA1F51C4268}"/>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238092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1068E-931C-A0A5-77FA-BAF838BC9420}"/>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6774C37C-2247-0CD2-C724-933CA9BC8C80}"/>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US" dirty="0"/>
              <a:t>Electricity cost assumed: ₹6 per unit</a:t>
            </a:r>
          </a:p>
          <a:p>
            <a:pPr marL="457200" indent="-457200" algn="just">
              <a:buFont typeface="Arial" panose="020B0604020202020204" pitchFamily="34" charset="0"/>
              <a:buChar char="•"/>
            </a:pPr>
            <a:r>
              <a:rPr lang="en-US" dirty="0"/>
              <a:t>Cost is calculated based on predicted energy usage</a:t>
            </a:r>
          </a:p>
          <a:p>
            <a:pPr marL="457200" indent="-457200" algn="just">
              <a:buFont typeface="Arial" panose="020B0604020202020204" pitchFamily="34" charset="0"/>
              <a:buChar char="•"/>
            </a:pPr>
            <a:r>
              <a:rPr lang="en-US" dirty="0"/>
              <a:t>Helps users understand financial impact</a:t>
            </a:r>
          </a:p>
          <a:p>
            <a:pPr marL="457200" indent="-457200" algn="just">
              <a:buFont typeface="Arial" panose="020B0604020202020204" pitchFamily="34" charset="0"/>
              <a:buChar char="•"/>
            </a:pPr>
            <a:r>
              <a:rPr lang="en-IN" dirty="0"/>
              <a:t>Encourages energy-efficient </a:t>
            </a:r>
            <a:r>
              <a:rPr lang="en-IN" dirty="0" err="1"/>
              <a:t>behavior</a:t>
            </a:r>
            <a:endParaRPr lang="en-IN" dirty="0"/>
          </a:p>
          <a:p>
            <a:pPr algn="just"/>
            <a:r>
              <a:rPr lang="en-US" dirty="0"/>
              <a:t>This links sustainability with economic awareness.</a:t>
            </a:r>
            <a:endParaRPr lang="en-IN" dirty="0"/>
          </a:p>
        </p:txBody>
      </p:sp>
      <p:sp>
        <p:nvSpPr>
          <p:cNvPr id="7" name="TextBox 6">
            <a:extLst>
              <a:ext uri="{FF2B5EF4-FFF2-40B4-BE49-F238E27FC236}">
                <a16:creationId xmlns:a16="http://schemas.microsoft.com/office/drawing/2014/main" id="{0D42690D-52B5-8873-9BA2-05D555B696CE}"/>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Cost Estimation Feature</a:t>
            </a:r>
          </a:p>
        </p:txBody>
      </p:sp>
      <p:sp>
        <p:nvSpPr>
          <p:cNvPr id="2" name="Rectangle 1">
            <a:extLst>
              <a:ext uri="{FF2B5EF4-FFF2-40B4-BE49-F238E27FC236}">
                <a16:creationId xmlns:a16="http://schemas.microsoft.com/office/drawing/2014/main" id="{EB059B68-F91E-C0A2-FD83-34F506AAF7C2}"/>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9729478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919DBD-D109-62A0-8A52-34991CB702F8}"/>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5261025E-3F31-4997-E39F-21DBEE0F05A0}"/>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US" b="1" dirty="0"/>
              <a:t>Fairness:</a:t>
            </a:r>
            <a:r>
              <a:rPr lang="en-US" dirty="0"/>
              <a:t> Uses unbiased, synthetic data</a:t>
            </a:r>
          </a:p>
          <a:p>
            <a:pPr marL="457200" indent="-457200" algn="just">
              <a:buFont typeface="Arial" panose="020B0604020202020204" pitchFamily="34" charset="0"/>
              <a:buChar char="•"/>
            </a:pPr>
            <a:r>
              <a:rPr lang="en-US" b="1" dirty="0"/>
              <a:t>Transparency:</a:t>
            </a:r>
            <a:r>
              <a:rPr lang="en-US" dirty="0"/>
              <a:t> Model logic and outputs are explainable</a:t>
            </a:r>
          </a:p>
          <a:p>
            <a:pPr marL="457200" indent="-457200" algn="just">
              <a:buFont typeface="Arial" panose="020B0604020202020204" pitchFamily="34" charset="0"/>
              <a:buChar char="•"/>
            </a:pPr>
            <a:r>
              <a:rPr lang="en-US" b="1" dirty="0"/>
              <a:t>Privacy:</a:t>
            </a:r>
            <a:r>
              <a:rPr lang="en-US" dirty="0"/>
              <a:t> No personal or sensitive data used</a:t>
            </a:r>
          </a:p>
          <a:p>
            <a:pPr marL="457200" indent="-457200" algn="just">
              <a:buFont typeface="Arial" panose="020B0604020202020204" pitchFamily="34" charset="0"/>
              <a:buChar char="•"/>
            </a:pPr>
            <a:r>
              <a:rPr lang="en-US" b="1" dirty="0"/>
              <a:t>Ethics:</a:t>
            </a:r>
            <a:r>
              <a:rPr lang="en-US" dirty="0"/>
              <a:t> Used only for sustainability and awareness</a:t>
            </a:r>
          </a:p>
          <a:p>
            <a:pPr algn="just"/>
            <a:endParaRPr lang="en-IN" dirty="0"/>
          </a:p>
        </p:txBody>
      </p:sp>
      <p:sp>
        <p:nvSpPr>
          <p:cNvPr id="7" name="TextBox 6">
            <a:extLst>
              <a:ext uri="{FF2B5EF4-FFF2-40B4-BE49-F238E27FC236}">
                <a16:creationId xmlns:a16="http://schemas.microsoft.com/office/drawing/2014/main" id="{D7A5F7CA-AC81-712C-9DBD-624EC0596AB1}"/>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Responsible AI Considerations</a:t>
            </a:r>
          </a:p>
        </p:txBody>
      </p:sp>
      <p:sp>
        <p:nvSpPr>
          <p:cNvPr id="2" name="Rectangle 1">
            <a:extLst>
              <a:ext uri="{FF2B5EF4-FFF2-40B4-BE49-F238E27FC236}">
                <a16:creationId xmlns:a16="http://schemas.microsoft.com/office/drawing/2014/main" id="{24FA9507-3268-5BB3-CC64-05C98C91E643}"/>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5366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47198D-54E1-BCF3-87F1-A3F17B23A131}"/>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9E761753-492D-63A9-164C-877C127EBAE4}"/>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IN" dirty="0"/>
              <a:t>Accurate energy consumption prediction</a:t>
            </a:r>
          </a:p>
          <a:p>
            <a:pPr marL="457200" indent="-457200" algn="just">
              <a:buFont typeface="Arial" panose="020B0604020202020204" pitchFamily="34" charset="0"/>
              <a:buChar char="•"/>
            </a:pPr>
            <a:r>
              <a:rPr lang="en-IN" dirty="0"/>
              <a:t>Better understanding of usage patterns</a:t>
            </a:r>
          </a:p>
          <a:p>
            <a:pPr marL="457200" indent="-457200" algn="just">
              <a:buFont typeface="Arial" panose="020B0604020202020204" pitchFamily="34" charset="0"/>
              <a:buChar char="•"/>
            </a:pPr>
            <a:r>
              <a:rPr lang="en-IN" dirty="0"/>
              <a:t>Reduction in energy wastage</a:t>
            </a:r>
          </a:p>
          <a:p>
            <a:pPr marL="457200" indent="-457200" algn="just">
              <a:buFont typeface="Arial" panose="020B0604020202020204" pitchFamily="34" charset="0"/>
              <a:buChar char="•"/>
            </a:pPr>
            <a:r>
              <a:rPr lang="en-IN" dirty="0"/>
              <a:t>Lower electricity costs</a:t>
            </a:r>
          </a:p>
          <a:p>
            <a:pPr marL="457200" indent="-457200" algn="just">
              <a:buFont typeface="Arial" panose="020B0604020202020204" pitchFamily="34" charset="0"/>
              <a:buChar char="•"/>
            </a:pPr>
            <a:r>
              <a:rPr lang="en-IN" dirty="0"/>
              <a:t>Positive environmental impact</a:t>
            </a:r>
          </a:p>
        </p:txBody>
      </p:sp>
      <p:sp>
        <p:nvSpPr>
          <p:cNvPr id="7" name="TextBox 6">
            <a:extLst>
              <a:ext uri="{FF2B5EF4-FFF2-40B4-BE49-F238E27FC236}">
                <a16:creationId xmlns:a16="http://schemas.microsoft.com/office/drawing/2014/main" id="{41C541F3-BC59-F392-C2DE-D0338E4F3544}"/>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Results &amp; Impact</a:t>
            </a:r>
          </a:p>
        </p:txBody>
      </p:sp>
    </p:spTree>
    <p:extLst>
      <p:ext uri="{BB962C8B-B14F-4D97-AF65-F5344CB8AC3E}">
        <p14:creationId xmlns:p14="http://schemas.microsoft.com/office/powerpoint/2010/main" val="21778040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8D6A57-EE6D-866A-5D44-D48379790D23}"/>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FBB641E3-4F21-6CE6-E735-33AD7F06BBDC}"/>
              </a:ext>
            </a:extLst>
          </p:cNvPr>
          <p:cNvSpPr>
            <a:spLocks noGrp="1"/>
          </p:cNvSpPr>
          <p:nvPr>
            <p:ph idx="1"/>
          </p:nvPr>
        </p:nvSpPr>
        <p:spPr>
          <a:xfrm>
            <a:off x="762000" y="2215245"/>
            <a:ext cx="11059886" cy="3410712"/>
          </a:xfrm>
        </p:spPr>
        <p:txBody>
          <a:bodyPr>
            <a:normAutofit/>
          </a:bodyPr>
          <a:lstStyle/>
          <a:p>
            <a:pPr marL="457200" indent="-457200" algn="just">
              <a:buFont typeface="Arial" panose="020B0604020202020204" pitchFamily="34" charset="0"/>
              <a:buChar char="•"/>
            </a:pPr>
            <a:r>
              <a:rPr lang="en-US" dirty="0"/>
              <a:t>Integration with real-time IoT sensors</a:t>
            </a:r>
          </a:p>
          <a:p>
            <a:pPr marL="457200" indent="-457200" algn="just">
              <a:buFont typeface="Arial" panose="020B0604020202020204" pitchFamily="34" charset="0"/>
              <a:buChar char="•"/>
            </a:pPr>
            <a:r>
              <a:rPr lang="en-IN" dirty="0"/>
              <a:t>Carbon footprint estimation</a:t>
            </a:r>
          </a:p>
          <a:p>
            <a:pPr marL="457200" indent="-457200" algn="just">
              <a:buFont typeface="Arial" panose="020B0604020202020204" pitchFamily="34" charset="0"/>
              <a:buChar char="•"/>
            </a:pPr>
            <a:r>
              <a:rPr lang="en-IN" dirty="0"/>
              <a:t>Mobile application support</a:t>
            </a:r>
          </a:p>
          <a:p>
            <a:pPr marL="457200" indent="-457200" algn="just">
              <a:buFont typeface="Arial" panose="020B0604020202020204" pitchFamily="34" charset="0"/>
              <a:buChar char="•"/>
            </a:pPr>
            <a:r>
              <a:rPr lang="en-IN" dirty="0"/>
              <a:t>Smart alerts and notifications</a:t>
            </a:r>
          </a:p>
          <a:p>
            <a:pPr marL="457200" indent="-457200" algn="just">
              <a:buFont typeface="Arial" panose="020B0604020202020204" pitchFamily="34" charset="0"/>
              <a:buChar char="•"/>
            </a:pPr>
            <a:r>
              <a:rPr lang="en-US" dirty="0"/>
              <a:t>Deployment for large buildings and campuses</a:t>
            </a:r>
            <a:endParaRPr lang="en-IN" dirty="0"/>
          </a:p>
        </p:txBody>
      </p:sp>
      <p:sp>
        <p:nvSpPr>
          <p:cNvPr id="7" name="TextBox 6">
            <a:extLst>
              <a:ext uri="{FF2B5EF4-FFF2-40B4-BE49-F238E27FC236}">
                <a16:creationId xmlns:a16="http://schemas.microsoft.com/office/drawing/2014/main" id="{2C57D6A4-D532-B2E6-A1F0-F38A111060D3}"/>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Future Scope</a:t>
            </a:r>
          </a:p>
        </p:txBody>
      </p:sp>
    </p:spTree>
    <p:extLst>
      <p:ext uri="{BB962C8B-B14F-4D97-AF65-F5344CB8AC3E}">
        <p14:creationId xmlns:p14="http://schemas.microsoft.com/office/powerpoint/2010/main" val="41992764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9A92B3-A286-F0B8-79A9-78748634CF6A}"/>
            </a:ext>
          </a:extLst>
        </p:cNvPr>
        <p:cNvGrpSpPr/>
        <p:nvPr/>
      </p:nvGrpSpPr>
      <p:grpSpPr>
        <a:xfrm>
          <a:off x="0" y="0"/>
          <a:ext cx="0" cy="0"/>
          <a:chOff x="0" y="0"/>
          <a:chExt cx="0" cy="0"/>
        </a:xfrm>
      </p:grpSpPr>
      <p:sp>
        <p:nvSpPr>
          <p:cNvPr id="9" name="Content Placeholder 8">
            <a:extLst>
              <a:ext uri="{FF2B5EF4-FFF2-40B4-BE49-F238E27FC236}">
                <a16:creationId xmlns:a16="http://schemas.microsoft.com/office/drawing/2014/main" id="{2EE18AC4-4591-5B3D-A755-382BA6B5847C}"/>
              </a:ext>
            </a:extLst>
          </p:cNvPr>
          <p:cNvSpPr>
            <a:spLocks noGrp="1"/>
          </p:cNvSpPr>
          <p:nvPr>
            <p:ph idx="1"/>
          </p:nvPr>
        </p:nvSpPr>
        <p:spPr>
          <a:xfrm>
            <a:off x="762000" y="2215245"/>
            <a:ext cx="11059886" cy="3410712"/>
          </a:xfrm>
        </p:spPr>
        <p:txBody>
          <a:bodyPr>
            <a:normAutofit/>
          </a:bodyPr>
          <a:lstStyle/>
          <a:p>
            <a:pPr algn="just"/>
            <a:r>
              <a:rPr lang="en-US" dirty="0"/>
              <a:t>The project demonstrates how AI can be effectively used to monitor and optimize energy consumption. By combining prediction, visualization, cost estimation, and sustainability insights, the system supports responsible energy usage. This solution highlights the role of AI as a powerful tool for sustainable development.</a:t>
            </a:r>
          </a:p>
        </p:txBody>
      </p:sp>
      <p:sp>
        <p:nvSpPr>
          <p:cNvPr id="7" name="TextBox 6">
            <a:extLst>
              <a:ext uri="{FF2B5EF4-FFF2-40B4-BE49-F238E27FC236}">
                <a16:creationId xmlns:a16="http://schemas.microsoft.com/office/drawing/2014/main" id="{19EED762-F06C-A78D-47B3-9511F856DF8C}"/>
              </a:ext>
            </a:extLst>
          </p:cNvPr>
          <p:cNvSpPr txBox="1"/>
          <p:nvPr/>
        </p:nvSpPr>
        <p:spPr>
          <a:xfrm>
            <a:off x="0" y="770378"/>
            <a:ext cx="12192000" cy="923330"/>
          </a:xfrm>
          <a:prstGeom prst="rect">
            <a:avLst/>
          </a:prstGeom>
          <a:noFill/>
        </p:spPr>
        <p:txBody>
          <a:bodyPr wrap="square" rtlCol="0">
            <a:spAutoFit/>
          </a:bodyPr>
          <a:lstStyle/>
          <a:p>
            <a:pPr algn="ctr"/>
            <a:r>
              <a:rPr lang="en-IN" sz="5400" dirty="0">
                <a:latin typeface="+mj-lt"/>
              </a:rPr>
              <a:t>Conclusion</a:t>
            </a:r>
          </a:p>
        </p:txBody>
      </p:sp>
    </p:spTree>
    <p:extLst>
      <p:ext uri="{BB962C8B-B14F-4D97-AF65-F5344CB8AC3E}">
        <p14:creationId xmlns:p14="http://schemas.microsoft.com/office/powerpoint/2010/main" val="3269381901"/>
      </p:ext>
    </p:extLst>
  </p:cSld>
  <p:clrMapOvr>
    <a:masterClrMapping/>
  </p:clrMapOvr>
</p:sld>
</file>

<file path=ppt/theme/theme1.xml><?xml version="1.0" encoding="utf-8"?>
<a:theme xmlns:a="http://schemas.openxmlformats.org/drawingml/2006/main" name="DappledVTI">
  <a:themeElements>
    <a:clrScheme name="Custom 81">
      <a:dk1>
        <a:sysClr val="windowText" lastClr="000000"/>
      </a:dk1>
      <a:lt1>
        <a:sysClr val="window" lastClr="FFFFFF"/>
      </a:lt1>
      <a:dk2>
        <a:srgbClr val="21363B"/>
      </a:dk2>
      <a:lt2>
        <a:srgbClr val="F4F2F0"/>
      </a:lt2>
      <a:accent1>
        <a:srgbClr val="758468"/>
      </a:accent1>
      <a:accent2>
        <a:srgbClr val="B5A7AC"/>
      </a:accent2>
      <a:accent3>
        <a:srgbClr val="CC9C6F"/>
      </a:accent3>
      <a:accent4>
        <a:srgbClr val="767640"/>
      </a:accent4>
      <a:accent5>
        <a:srgbClr val="A5B295"/>
      </a:accent5>
      <a:accent6>
        <a:srgbClr val="C19DA7"/>
      </a:accent6>
      <a:hlink>
        <a:srgbClr val="D13D6E"/>
      </a:hlink>
      <a:folHlink>
        <a:srgbClr val="6C9D92"/>
      </a:folHlink>
    </a:clrScheme>
    <a:fontScheme name="Custom 67">
      <a:majorFont>
        <a:latin typeface="Sabon Next LT"/>
        <a:ea typeface=""/>
        <a:cs typeface=""/>
      </a:majorFont>
      <a:minorFont>
        <a:latin typeface="Avenir Next L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ppled_win32_JB_SL_v2.potx" id="{ADBA094C-A0EC-4C0A-B446-BFAC587CD452}" vid="{5D925AC9-0F62-4DD1-AF7D-A39A21A96BC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0" ma:contentTypeDescription="Create a new document." ma:contentTypeScope="" ma:versionID="1267097ee5f5874adfcc408041ae252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95891a93df65b14727750f2c06c306c"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element ref="ns1:_ip_UnifiedCompliancePolicyProperties" minOccurs="0"/>
                <xsd:element ref="ns1:_ip_UnifiedCompliancePolicyUIAction" minOccurs="0"/>
                <xsd:element ref="ns2:Image" minOccurs="0"/>
                <xsd:element ref="ns4:TaxCatchAll" minOccurs="0"/>
                <xsd:element ref="ns2:ImageTagsTaxHTFiel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element name="Image" ma:index="22" nillable="true" ma:displayName="Image" ma:format="Image" ma:internalName="Image">
      <xsd:complexType>
        <xsd:complexContent>
          <xsd:extension base="dms:URL">
            <xsd:sequence>
              <xsd:element name="Url" type="dms:ValidUrl" minOccurs="0" nillable="true"/>
              <xsd:element name="Description" type="xsd:string" nillable="true"/>
            </xsd:sequence>
          </xsd:extension>
        </xsd:complexContent>
      </xsd:complex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_ip_UnifiedCompliancePolicyUIAction xmlns="http://schemas.microsoft.com/sharepoint/v3" xsi:nil="true"/>
    <Image xmlns="71af3243-3dd4-4a8d-8c0d-dd76da1f02a5">
      <Url xsi:nil="true"/>
      <Description xsi:nil="true"/>
    </Image>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9841D0F8-A96E-436B-B6A7-2AFF6F30F99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D88EF3A0-5A01-4576-8764-452FD3A2CB70}">
  <ds:schemaRefs>
    <ds:schemaRef ds:uri="http://schemas.microsoft.com/office/2006/metadata/properties"/>
    <ds:schemaRef ds:uri="http://schemas.microsoft.com/office/infopath/2007/PartnerControls"/>
    <ds:schemaRef ds:uri="71af3243-3dd4-4a8d-8c0d-dd76da1f02a5"/>
    <ds:schemaRef ds:uri="http://schemas.microsoft.com/sharepoint/v3"/>
    <ds:schemaRef ds:uri="230e9df3-be65-4c73-a93b-d1236ebd677e"/>
  </ds:schemaRefs>
</ds:datastoreItem>
</file>

<file path=customXml/itemProps3.xml><?xml version="1.0" encoding="utf-8"?>
<ds:datastoreItem xmlns:ds="http://schemas.openxmlformats.org/officeDocument/2006/customXml" ds:itemID="{241377AF-B80E-4F93-8088-50DE225F3452}">
  <ds:schemaRefs>
    <ds:schemaRef ds:uri="http://schemas.microsoft.com/sharepoint/v3/contenttype/forms"/>
  </ds:schemaRefs>
</ds:datastoreItem>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emplate>Dappled design</Template>
  <TotalTime>87</TotalTime>
  <Words>602</Words>
  <Application>Microsoft Office PowerPoint</Application>
  <PresentationFormat>Widescreen</PresentationFormat>
  <Paragraphs>91</Paragraphs>
  <Slides>24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24</vt:i4>
      </vt:variant>
    </vt:vector>
  </HeadingPairs>
  <TitlesOfParts>
    <vt:vector size="32" baseType="lpstr">
      <vt:lpstr>Arial</vt:lpstr>
      <vt:lpstr>Avenir Next LT Pro</vt:lpstr>
      <vt:lpstr>AvenirNext LT Pro Medium</vt:lpstr>
      <vt:lpstr>Calibri</vt:lpstr>
      <vt:lpstr>Posterama</vt:lpstr>
      <vt:lpstr>Sabon Next LT</vt:lpstr>
      <vt:lpstr>Segoe UI Semilight</vt:lpstr>
      <vt:lpstr>DappledVTI</vt:lpstr>
      <vt:lpstr>AI-Powered Smart Energy Consumption Monitoring and Optimization System AI for Sustainability Virtual Internship (1M1B – IBM SkillsBuild)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Madhumitha Samala</dc:creator>
  <cp:lastModifiedBy>Madhumitha Samala</cp:lastModifiedBy>
  <cp:revision>18</cp:revision>
  <dcterms:created xsi:type="dcterms:W3CDTF">2026-01-09T16:57:29Z</dcterms:created>
  <dcterms:modified xsi:type="dcterms:W3CDTF">2026-01-10T09:09:01Z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